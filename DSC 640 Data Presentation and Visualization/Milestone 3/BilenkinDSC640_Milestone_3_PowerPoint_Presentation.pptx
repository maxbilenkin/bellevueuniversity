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5"/>
  </p:notesMasterIdLst>
  <p:handoutMasterIdLst>
    <p:handoutMasterId r:id="rId16"/>
  </p:handoutMasterIdLst>
  <p:sldIdLst>
    <p:sldId id="257" r:id="rId5"/>
    <p:sldId id="287" r:id="rId6"/>
    <p:sldId id="288" r:id="rId7"/>
    <p:sldId id="289" r:id="rId8"/>
    <p:sldId id="290" r:id="rId9"/>
    <p:sldId id="258" r:id="rId10"/>
    <p:sldId id="274" r:id="rId11"/>
    <p:sldId id="291" r:id="rId12"/>
    <p:sldId id="292" r:id="rId13"/>
    <p:sldId id="293" r:id="rId14"/>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1008">
          <p15:clr>
            <a:srgbClr val="A4A3A4"/>
          </p15:clr>
        </p15:guide>
        <p15:guide id="3" orient="horz" pos="3792">
          <p15:clr>
            <a:srgbClr val="A4A3A4"/>
          </p15:clr>
        </p15:guide>
        <p15:guide id="4" orient="horz" pos="336">
          <p15:clr>
            <a:srgbClr val="A4A3A4"/>
          </p15:clr>
        </p15:guide>
        <p15:guide id="5" orient="horz" pos="1920">
          <p15:clr>
            <a:srgbClr val="A4A3A4"/>
          </p15:clr>
        </p15:guide>
        <p15:guide id="6" orient="horz" pos="3984">
          <p15:clr>
            <a:srgbClr val="A4A3A4"/>
          </p15:clr>
        </p15:guide>
        <p15:guide id="7" orient="horz" pos="1152">
          <p15:clr>
            <a:srgbClr val="A4A3A4"/>
          </p15:clr>
        </p15:guide>
        <p15:guide id="8" pos="3839">
          <p15:clr>
            <a:srgbClr val="A4A3A4"/>
          </p15:clr>
        </p15:guide>
        <p15:guide id="9" pos="671">
          <p15:clr>
            <a:srgbClr val="A4A3A4"/>
          </p15:clr>
        </p15:guide>
        <p15:guide id="10" pos="7007">
          <p15:clr>
            <a:srgbClr val="A4A3A4"/>
          </p15:clr>
        </p15:guide>
        <p15:guide id="11" pos="6143">
          <p15:clr>
            <a:srgbClr val="A4A3A4"/>
          </p15:clr>
        </p15:guide>
        <p15:guide id="12" pos="3263">
          <p15:clr>
            <a:srgbClr val="A4A3A4"/>
          </p15:clr>
        </p15:guide>
        <p15:guide id="13" pos="7391">
          <p15:clr>
            <a:srgbClr val="A4A3A4"/>
          </p15:clr>
        </p15:guide>
        <p15:guide id="14" pos="3695">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98E0A1-D124-4642-80A4-9C5DAFF37435}" v="8" dt="2026-01-08T04:31:48.452"/>
  </p1510:revLst>
</p1510:revInfo>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75" autoAdjust="0"/>
    <p:restoredTop sz="94879" autoAdjust="0"/>
  </p:normalViewPr>
  <p:slideViewPr>
    <p:cSldViewPr showGuides="1">
      <p:cViewPr varScale="1">
        <p:scale>
          <a:sx n="82" d="100"/>
          <a:sy n="82" d="100"/>
        </p:scale>
        <p:origin x="654" y="84"/>
      </p:cViewPr>
      <p:guideLst>
        <p:guide orient="horz" pos="2160"/>
        <p:guide orient="horz" pos="1008"/>
        <p:guide orient="horz" pos="3792"/>
        <p:guide orient="horz" pos="336"/>
        <p:guide orient="horz" pos="1920"/>
        <p:guide orient="horz" pos="3984"/>
        <p:guide orient="horz" pos="1152"/>
        <p:guide pos="3839"/>
        <p:guide pos="671"/>
        <p:guide pos="7007"/>
        <p:guide pos="6143"/>
        <p:guide pos="3263"/>
        <p:guide pos="7391"/>
        <p:guide pos="3695"/>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howGuides="1">
      <p:cViewPr varScale="1">
        <p:scale>
          <a:sx n="73" d="100"/>
          <a:sy n="73" d="100"/>
        </p:scale>
        <p:origin x="2126" y="29"/>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xim Bilenkin" userId="4411733d2631d10c" providerId="LiveId" clId="{B62D99B4-C9A6-42CF-9A38-FF13C7424BEA}"/>
    <pc:docChg chg="undo custSel addSld delSld modSld sldOrd">
      <pc:chgData name="Maxim Bilenkin" userId="4411733d2631d10c" providerId="LiveId" clId="{B62D99B4-C9A6-42CF-9A38-FF13C7424BEA}" dt="2026-01-08T04:32:46.302" v="485" actId="14100"/>
      <pc:docMkLst>
        <pc:docMk/>
      </pc:docMkLst>
      <pc:sldChg chg="addSp delSp modSp mod">
        <pc:chgData name="Maxim Bilenkin" userId="4411733d2631d10c" providerId="LiveId" clId="{B62D99B4-C9A6-42CF-9A38-FF13C7424BEA}" dt="2025-12-22T05:28:25.520" v="410" actId="242"/>
        <pc:sldMkLst>
          <pc:docMk/>
          <pc:sldMk cId="3658128150" sldId="257"/>
        </pc:sldMkLst>
        <pc:spChg chg="add mod">
          <ac:chgData name="Maxim Bilenkin" userId="4411733d2631d10c" providerId="LiveId" clId="{B62D99B4-C9A6-42CF-9A38-FF13C7424BEA}" dt="2025-12-22T05:27:54.353" v="407" actId="20577"/>
          <ac:spMkLst>
            <pc:docMk/>
            <pc:sldMk cId="3658128150" sldId="257"/>
            <ac:spMk id="2" creationId="{FB073309-E349-960F-4902-20F699B2D1F9}"/>
          </ac:spMkLst>
        </pc:spChg>
        <pc:spChg chg="mod">
          <ac:chgData name="Maxim Bilenkin" userId="4411733d2631d10c" providerId="LiveId" clId="{B62D99B4-C9A6-42CF-9A38-FF13C7424BEA}" dt="2025-12-22T05:28:25.520" v="410" actId="242"/>
          <ac:spMkLst>
            <pc:docMk/>
            <pc:sldMk cId="3658128150" sldId="257"/>
            <ac:spMk id="4" creationId="{00000000-0000-0000-0000-000000000000}"/>
          </ac:spMkLst>
        </pc:spChg>
      </pc:sldChg>
      <pc:sldChg chg="addSp delSp modSp mod">
        <pc:chgData name="Maxim Bilenkin" userId="4411733d2631d10c" providerId="LiveId" clId="{B62D99B4-C9A6-42CF-9A38-FF13C7424BEA}" dt="2025-12-22T05:26:42.404" v="400" actId="1076"/>
        <pc:sldMkLst>
          <pc:docMk/>
          <pc:sldMk cId="1637310646" sldId="258"/>
        </pc:sldMkLst>
        <pc:spChg chg="mod">
          <ac:chgData name="Maxim Bilenkin" userId="4411733d2631d10c" providerId="LiveId" clId="{B62D99B4-C9A6-42CF-9A38-FF13C7424BEA}" dt="2025-12-22T05:11:55.839" v="336" actId="242"/>
          <ac:spMkLst>
            <pc:docMk/>
            <pc:sldMk cId="1637310646" sldId="258"/>
            <ac:spMk id="2" creationId="{00000000-0000-0000-0000-000000000000}"/>
          </ac:spMkLst>
        </pc:spChg>
        <pc:spChg chg="add mod">
          <ac:chgData name="Maxim Bilenkin" userId="4411733d2631d10c" providerId="LiveId" clId="{B62D99B4-C9A6-42CF-9A38-FF13C7424BEA}" dt="2025-12-22T05:26:42.404" v="400" actId="1076"/>
          <ac:spMkLst>
            <pc:docMk/>
            <pc:sldMk cId="1637310646" sldId="258"/>
            <ac:spMk id="5" creationId="{AF1A525A-1361-E477-DD53-4CDF3812050E}"/>
          </ac:spMkLst>
        </pc:spChg>
      </pc:sldChg>
      <pc:sldChg chg="addSp delSp modSp mod">
        <pc:chgData name="Maxim Bilenkin" userId="4411733d2631d10c" providerId="LiveId" clId="{B62D99B4-C9A6-42CF-9A38-FF13C7424BEA}" dt="2025-12-22T05:26:50.153" v="401" actId="1076"/>
        <pc:sldMkLst>
          <pc:docMk/>
          <pc:sldMk cId="2563119616" sldId="274"/>
        </pc:sldMkLst>
        <pc:spChg chg="mod">
          <ac:chgData name="Maxim Bilenkin" userId="4411733d2631d10c" providerId="LiveId" clId="{B62D99B4-C9A6-42CF-9A38-FF13C7424BEA}" dt="2025-12-22T05:16:27.302" v="386" actId="255"/>
          <ac:spMkLst>
            <pc:docMk/>
            <pc:sldMk cId="2563119616" sldId="274"/>
            <ac:spMk id="2" creationId="{19256B7E-1633-44AB-8584-82DF5B726834}"/>
          </ac:spMkLst>
        </pc:spChg>
        <pc:spChg chg="add mod">
          <ac:chgData name="Maxim Bilenkin" userId="4411733d2631d10c" providerId="LiveId" clId="{B62D99B4-C9A6-42CF-9A38-FF13C7424BEA}" dt="2025-12-22T05:26:50.153" v="401" actId="1076"/>
          <ac:spMkLst>
            <pc:docMk/>
            <pc:sldMk cId="2563119616" sldId="274"/>
            <ac:spMk id="7" creationId="{3656241B-9B2D-38D6-B5EB-FFB373FA59C5}"/>
          </ac:spMkLst>
        </pc:spChg>
      </pc:sldChg>
      <pc:sldChg chg="addSp delSp modSp new mod">
        <pc:chgData name="Maxim Bilenkin" userId="4411733d2631d10c" providerId="LiveId" clId="{B62D99B4-C9A6-42CF-9A38-FF13C7424BEA}" dt="2025-12-22T05:54:43.964" v="411" actId="113"/>
        <pc:sldMkLst>
          <pc:docMk/>
          <pc:sldMk cId="1739015569" sldId="287"/>
        </pc:sldMkLst>
        <pc:spChg chg="add del mod">
          <ac:chgData name="Maxim Bilenkin" userId="4411733d2631d10c" providerId="LiveId" clId="{B62D99B4-C9A6-42CF-9A38-FF13C7424BEA}" dt="2025-12-22T04:11:27.909" v="207" actId="14100"/>
          <ac:spMkLst>
            <pc:docMk/>
            <pc:sldMk cId="1739015569" sldId="287"/>
            <ac:spMk id="2" creationId="{25AD5070-C7CF-F7AB-9415-E6E473ABADDC}"/>
          </ac:spMkLst>
        </pc:spChg>
        <pc:spChg chg="add mod">
          <ac:chgData name="Maxim Bilenkin" userId="4411733d2631d10c" providerId="LiveId" clId="{B62D99B4-C9A6-42CF-9A38-FF13C7424BEA}" dt="2025-12-22T05:54:43.964" v="411" actId="113"/>
          <ac:spMkLst>
            <pc:docMk/>
            <pc:sldMk cId="1739015569" sldId="287"/>
            <ac:spMk id="6" creationId="{EF580D29-6A6E-B36D-41E2-02B7BEEC38EA}"/>
          </ac:spMkLst>
        </pc:spChg>
      </pc:sldChg>
      <pc:sldChg chg="addSp delSp modSp new mod">
        <pc:chgData name="Maxim Bilenkin" userId="4411733d2631d10c" providerId="LiveId" clId="{B62D99B4-C9A6-42CF-9A38-FF13C7424BEA}" dt="2025-12-22T05:01:15.582" v="271" actId="14100"/>
        <pc:sldMkLst>
          <pc:docMk/>
          <pc:sldMk cId="1926822755" sldId="288"/>
        </pc:sldMkLst>
        <pc:spChg chg="mod">
          <ac:chgData name="Maxim Bilenkin" userId="4411733d2631d10c" providerId="LiveId" clId="{B62D99B4-C9A6-42CF-9A38-FF13C7424BEA}" dt="2025-12-22T04:53:50.110" v="236" actId="1076"/>
          <ac:spMkLst>
            <pc:docMk/>
            <pc:sldMk cId="1926822755" sldId="288"/>
            <ac:spMk id="2" creationId="{281E141A-BCD4-DEA0-1551-3B2C88FD7421}"/>
          </ac:spMkLst>
        </pc:spChg>
        <pc:spChg chg="add mod">
          <ac:chgData name="Maxim Bilenkin" userId="4411733d2631d10c" providerId="LiveId" clId="{B62D99B4-C9A6-42CF-9A38-FF13C7424BEA}" dt="2025-12-22T05:01:15.582" v="271" actId="14100"/>
          <ac:spMkLst>
            <pc:docMk/>
            <pc:sldMk cId="1926822755" sldId="288"/>
            <ac:spMk id="4" creationId="{0FFB4A7B-C455-EFC4-3482-676AECF59529}"/>
          </ac:spMkLst>
        </pc:spChg>
        <pc:picChg chg="add mod">
          <ac:chgData name="Maxim Bilenkin" userId="4411733d2631d10c" providerId="LiveId" clId="{B62D99B4-C9A6-42CF-9A38-FF13C7424BEA}" dt="2025-12-22T04:57:07.430" v="254" actId="1076"/>
          <ac:picMkLst>
            <pc:docMk/>
            <pc:sldMk cId="1926822755" sldId="288"/>
            <ac:picMk id="4101" creationId="{260ABAF8-21FA-F90F-048E-B2233B97DA3E}"/>
          </ac:picMkLst>
        </pc:picChg>
      </pc:sldChg>
      <pc:sldChg chg="addSp delSp modSp new mod">
        <pc:chgData name="Maxim Bilenkin" userId="4411733d2631d10c" providerId="LiveId" clId="{B62D99B4-C9A6-42CF-9A38-FF13C7424BEA}" dt="2025-12-22T05:26:58.238" v="402" actId="1076"/>
        <pc:sldMkLst>
          <pc:docMk/>
          <pc:sldMk cId="1705610970" sldId="289"/>
        </pc:sldMkLst>
        <pc:spChg chg="mod">
          <ac:chgData name="Maxim Bilenkin" userId="4411733d2631d10c" providerId="LiveId" clId="{B62D99B4-C9A6-42CF-9A38-FF13C7424BEA}" dt="2025-12-22T05:06:07.785" v="296" actId="255"/>
          <ac:spMkLst>
            <pc:docMk/>
            <pc:sldMk cId="1705610970" sldId="289"/>
            <ac:spMk id="2" creationId="{92561C0D-C256-23E4-6F2A-2A68161A3744}"/>
          </ac:spMkLst>
        </pc:spChg>
        <pc:spChg chg="add mod">
          <ac:chgData name="Maxim Bilenkin" userId="4411733d2631d10c" providerId="LiveId" clId="{B62D99B4-C9A6-42CF-9A38-FF13C7424BEA}" dt="2025-12-22T05:26:58.238" v="402" actId="1076"/>
          <ac:spMkLst>
            <pc:docMk/>
            <pc:sldMk cId="1705610970" sldId="289"/>
            <ac:spMk id="4" creationId="{22501B2D-235A-5FD6-5EF1-FE1007B4ABC8}"/>
          </ac:spMkLst>
        </pc:spChg>
      </pc:sldChg>
      <pc:sldChg chg="addSp delSp modSp new mod ord">
        <pc:chgData name="Maxim Bilenkin" userId="4411733d2631d10c" providerId="LiveId" clId="{B62D99B4-C9A6-42CF-9A38-FF13C7424BEA}" dt="2025-12-22T05:26:35.152" v="399" actId="1076"/>
        <pc:sldMkLst>
          <pc:docMk/>
          <pc:sldMk cId="493408061" sldId="290"/>
        </pc:sldMkLst>
        <pc:spChg chg="mod">
          <ac:chgData name="Maxim Bilenkin" userId="4411733d2631d10c" providerId="LiveId" clId="{B62D99B4-C9A6-42CF-9A38-FF13C7424BEA}" dt="2025-12-22T05:07:43.438" v="311" actId="27636"/>
          <ac:spMkLst>
            <pc:docMk/>
            <pc:sldMk cId="493408061" sldId="290"/>
            <ac:spMk id="2" creationId="{BF4912EB-ED2A-C88E-0D0F-E2E6FD7ABEC0}"/>
          </ac:spMkLst>
        </pc:spChg>
        <pc:spChg chg="add mod">
          <ac:chgData name="Maxim Bilenkin" userId="4411733d2631d10c" providerId="LiveId" clId="{B62D99B4-C9A6-42CF-9A38-FF13C7424BEA}" dt="2025-12-22T05:26:35.152" v="399" actId="1076"/>
          <ac:spMkLst>
            <pc:docMk/>
            <pc:sldMk cId="493408061" sldId="290"/>
            <ac:spMk id="4" creationId="{A6E4C0B6-F3B5-77D8-6853-D1332CB06E1B}"/>
          </ac:spMkLst>
        </pc:spChg>
      </pc:sldChg>
      <pc:sldChg chg="addSp modSp new mod ord">
        <pc:chgData name="Maxim Bilenkin" userId="4411733d2631d10c" providerId="LiveId" clId="{B62D99B4-C9A6-42CF-9A38-FF13C7424BEA}" dt="2026-01-07T04:54:51.118" v="439" actId="14100"/>
        <pc:sldMkLst>
          <pc:docMk/>
          <pc:sldMk cId="2785959937" sldId="291"/>
        </pc:sldMkLst>
        <pc:spChg chg="mod">
          <ac:chgData name="Maxim Bilenkin" userId="4411733d2631d10c" providerId="LiveId" clId="{B62D99B4-C9A6-42CF-9A38-FF13C7424BEA}" dt="2026-01-07T04:36:56.711" v="425" actId="122"/>
          <ac:spMkLst>
            <pc:docMk/>
            <pc:sldMk cId="2785959937" sldId="291"/>
            <ac:spMk id="2" creationId="{1FA07A22-3DBB-757C-F2B6-479293DA5D61}"/>
          </ac:spMkLst>
        </pc:spChg>
        <pc:spChg chg="mod">
          <ac:chgData name="Maxim Bilenkin" userId="4411733d2631d10c" providerId="LiveId" clId="{B62D99B4-C9A6-42CF-9A38-FF13C7424BEA}" dt="2026-01-07T04:54:34.763" v="436" actId="14100"/>
          <ac:spMkLst>
            <pc:docMk/>
            <pc:sldMk cId="2785959937" sldId="291"/>
            <ac:spMk id="3" creationId="{7C884A2C-4744-AFE3-A7A7-E724FA3BA2D4}"/>
          </ac:spMkLst>
        </pc:spChg>
        <pc:picChg chg="add mod">
          <ac:chgData name="Maxim Bilenkin" userId="4411733d2631d10c" providerId="LiveId" clId="{B62D99B4-C9A6-42CF-9A38-FF13C7424BEA}" dt="2026-01-07T04:54:51.118" v="439" actId="14100"/>
          <ac:picMkLst>
            <pc:docMk/>
            <pc:sldMk cId="2785959937" sldId="291"/>
            <ac:picMk id="5" creationId="{AE8492DB-F2AA-F467-7184-CFBFC52B65AE}"/>
          </ac:picMkLst>
        </pc:picChg>
      </pc:sldChg>
      <pc:sldChg chg="addSp delSp modSp new mod chgLayout">
        <pc:chgData name="Maxim Bilenkin" userId="4411733d2631d10c" providerId="LiveId" clId="{B62D99B4-C9A6-42CF-9A38-FF13C7424BEA}" dt="2026-01-07T05:01:38.243" v="464" actId="14100"/>
        <pc:sldMkLst>
          <pc:docMk/>
          <pc:sldMk cId="3286840822" sldId="292"/>
        </pc:sldMkLst>
        <pc:spChg chg="del mod ord">
          <ac:chgData name="Maxim Bilenkin" userId="4411733d2631d10c" providerId="LiveId" clId="{B62D99B4-C9A6-42CF-9A38-FF13C7424BEA}" dt="2026-01-07T04:55:24.029" v="441" actId="700"/>
          <ac:spMkLst>
            <pc:docMk/>
            <pc:sldMk cId="3286840822" sldId="292"/>
            <ac:spMk id="2" creationId="{0ECBE5BF-8973-275D-4425-A934DD3F2006}"/>
          </ac:spMkLst>
        </pc:spChg>
        <pc:spChg chg="del mod ord">
          <ac:chgData name="Maxim Bilenkin" userId="4411733d2631d10c" providerId="LiveId" clId="{B62D99B4-C9A6-42CF-9A38-FF13C7424BEA}" dt="2026-01-07T04:55:24.029" v="441" actId="700"/>
          <ac:spMkLst>
            <pc:docMk/>
            <pc:sldMk cId="3286840822" sldId="292"/>
            <ac:spMk id="3" creationId="{14CEF150-0727-7269-C44B-A34E00225CFE}"/>
          </ac:spMkLst>
        </pc:spChg>
        <pc:spChg chg="add mod ord">
          <ac:chgData name="Maxim Bilenkin" userId="4411733d2631d10c" providerId="LiveId" clId="{B62D99B4-C9A6-42CF-9A38-FF13C7424BEA}" dt="2026-01-07T04:57:41.397" v="446" actId="1076"/>
          <ac:spMkLst>
            <pc:docMk/>
            <pc:sldMk cId="3286840822" sldId="292"/>
            <ac:spMk id="4" creationId="{745DFAB1-012D-4531-FB29-1093E59BCA31}"/>
          </ac:spMkLst>
        </pc:spChg>
        <pc:spChg chg="add mod ord">
          <ac:chgData name="Maxim Bilenkin" userId="4411733d2631d10c" providerId="LiveId" clId="{B62D99B4-C9A6-42CF-9A38-FF13C7424BEA}" dt="2026-01-07T05:00:39.913" v="454" actId="14100"/>
          <ac:spMkLst>
            <pc:docMk/>
            <pc:sldMk cId="3286840822" sldId="292"/>
            <ac:spMk id="5" creationId="{695D091A-F8A7-DAA5-FDCE-721BE5C031CF}"/>
          </ac:spMkLst>
        </pc:spChg>
        <pc:picChg chg="add mod">
          <ac:chgData name="Maxim Bilenkin" userId="4411733d2631d10c" providerId="LiveId" clId="{B62D99B4-C9A6-42CF-9A38-FF13C7424BEA}" dt="2026-01-07T05:01:38.243" v="464" actId="14100"/>
          <ac:picMkLst>
            <pc:docMk/>
            <pc:sldMk cId="3286840822" sldId="292"/>
            <ac:picMk id="7" creationId="{80685D7A-3B68-C89E-8B72-B6F58C69AA2B}"/>
          </ac:picMkLst>
        </pc:picChg>
      </pc:sldChg>
      <pc:sldChg chg="new del">
        <pc:chgData name="Maxim Bilenkin" userId="4411733d2631d10c" providerId="LiveId" clId="{B62D99B4-C9A6-42CF-9A38-FF13C7424BEA}" dt="2026-01-07T04:35:19.085" v="416" actId="2696"/>
        <pc:sldMkLst>
          <pc:docMk/>
          <pc:sldMk cId="4089425894" sldId="292"/>
        </pc:sldMkLst>
      </pc:sldChg>
      <pc:sldChg chg="addSp delSp modSp new mod chgLayout">
        <pc:chgData name="Maxim Bilenkin" userId="4411733d2631d10c" providerId="LiveId" clId="{B62D99B4-C9A6-42CF-9A38-FF13C7424BEA}" dt="2026-01-08T04:32:46.302" v="485" actId="14100"/>
        <pc:sldMkLst>
          <pc:docMk/>
          <pc:sldMk cId="2591625215" sldId="293"/>
        </pc:sldMkLst>
        <pc:spChg chg="del mod ord">
          <ac:chgData name="Maxim Bilenkin" userId="4411733d2631d10c" providerId="LiveId" clId="{B62D99B4-C9A6-42CF-9A38-FF13C7424BEA}" dt="2026-01-07T05:02:17.988" v="466" actId="700"/>
          <ac:spMkLst>
            <pc:docMk/>
            <pc:sldMk cId="2591625215" sldId="293"/>
            <ac:spMk id="2" creationId="{2ED9351A-3CDF-6538-F14D-4053F000FA17}"/>
          </ac:spMkLst>
        </pc:spChg>
        <pc:spChg chg="del mod ord">
          <ac:chgData name="Maxim Bilenkin" userId="4411733d2631d10c" providerId="LiveId" clId="{B62D99B4-C9A6-42CF-9A38-FF13C7424BEA}" dt="2026-01-07T05:02:17.988" v="466" actId="700"/>
          <ac:spMkLst>
            <pc:docMk/>
            <pc:sldMk cId="2591625215" sldId="293"/>
            <ac:spMk id="3" creationId="{B544CDD2-3A1D-0287-178A-36D184E57DBE}"/>
          </ac:spMkLst>
        </pc:spChg>
        <pc:spChg chg="add mod ord">
          <ac:chgData name="Maxim Bilenkin" userId="4411733d2631d10c" providerId="LiveId" clId="{B62D99B4-C9A6-42CF-9A38-FF13C7424BEA}" dt="2026-01-08T04:30:38.701" v="475" actId="1076"/>
          <ac:spMkLst>
            <pc:docMk/>
            <pc:sldMk cId="2591625215" sldId="293"/>
            <ac:spMk id="4" creationId="{BCE2576F-95BF-24C9-96CF-4DE11BEA9DF7}"/>
          </ac:spMkLst>
        </pc:spChg>
        <pc:spChg chg="add mod ord">
          <ac:chgData name="Maxim Bilenkin" userId="4411733d2631d10c" providerId="LiveId" clId="{B62D99B4-C9A6-42CF-9A38-FF13C7424BEA}" dt="2026-01-08T04:32:46.302" v="485" actId="14100"/>
          <ac:spMkLst>
            <pc:docMk/>
            <pc:sldMk cId="2591625215" sldId="293"/>
            <ac:spMk id="5" creationId="{04454E4E-3137-4EEE-7BFE-02BC85838E53}"/>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4CE221E-83ED-4F6C-BA5F-3F9E6FDB6953}" type="datetimeFigureOut">
              <a:rPr lang="en-US"/>
              <a:t>1/6/2026</a:t>
            </a:fld>
            <a:endParaRPr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A4CBEF8-5CDE-472B-839B-B8BB0C881006}" type="slidenum">
              <a:rPr/>
              <a:t>‹#›</a:t>
            </a:fld>
            <a:endParaRPr dirty="0"/>
          </a:p>
        </p:txBody>
      </p:sp>
    </p:spTree>
    <p:extLst>
      <p:ext uri="{BB962C8B-B14F-4D97-AF65-F5344CB8AC3E}">
        <p14:creationId xmlns:p14="http://schemas.microsoft.com/office/powerpoint/2010/main" val="42632892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7853E5F-CE67-483C-A264-F17AC70E9CA2}" type="datetimeFigureOut">
              <a:rPr lang="en-US"/>
              <a:t>1/6/2026</a:t>
            </a:fld>
            <a:endParaRPr dirty="0"/>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BB98AFB-CB0D-4DFE-87B9-B4B0D0DE73CD}" type="slidenum">
              <a:rPr/>
              <a:t>‹#›</a:t>
            </a:fld>
            <a:endParaRPr dirty="0"/>
          </a:p>
        </p:txBody>
      </p:sp>
    </p:spTree>
    <p:extLst>
      <p:ext uri="{BB962C8B-B14F-4D97-AF65-F5344CB8AC3E}">
        <p14:creationId xmlns:p14="http://schemas.microsoft.com/office/powerpoint/2010/main" val="25128058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B98AFB-CB0D-4DFE-87B9-B4B0D0DE73CD}" type="slidenum">
              <a:rPr lang="en-US" smtClean="0"/>
              <a:t>1</a:t>
            </a:fld>
            <a:endParaRPr lang="en-US" dirty="0"/>
          </a:p>
        </p:txBody>
      </p:sp>
    </p:spTree>
    <p:extLst>
      <p:ext uri="{BB962C8B-B14F-4D97-AF65-F5344CB8AC3E}">
        <p14:creationId xmlns:p14="http://schemas.microsoft.com/office/powerpoint/2010/main" val="286401476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
    <p:bg>
      <p:bgPr>
        <a:gradFill>
          <a:gsLst>
            <a:gs pos="0">
              <a:schemeClr val="accent2">
                <a:lumMod val="110000"/>
                <a:satMod val="105000"/>
                <a:tint val="67000"/>
                <a:alpha val="0"/>
              </a:schemeClr>
            </a:gs>
            <a:gs pos="100000">
              <a:schemeClr val="bg2"/>
            </a:gs>
          </a:gsLst>
          <a:lin ang="5400000" scaled="0"/>
        </a:gradFill>
        <a:effectLst/>
      </p:bgPr>
    </p:bg>
    <p:spTree>
      <p:nvGrpSpPr>
        <p:cNvPr id="1" name=""/>
        <p:cNvGrpSpPr/>
        <p:nvPr/>
      </p:nvGrpSpPr>
      <p:grpSpPr>
        <a:xfrm>
          <a:off x="0" y="0"/>
          <a:ext cx="0" cy="0"/>
          <a:chOff x="0" y="0"/>
          <a:chExt cx="0" cy="0"/>
        </a:xfrm>
      </p:grpSpPr>
      <p:pic>
        <p:nvPicPr>
          <p:cNvPr id="8" name="Picture 7" descr="A white circles on a black background&#10;&#10;Description automatically generated">
            <a:extLst>
              <a:ext uri="{FF2B5EF4-FFF2-40B4-BE49-F238E27FC236}">
                <a16:creationId xmlns:a16="http://schemas.microsoft.com/office/drawing/2014/main" id="{05185B01-840C-72E0-FF30-8EE18CFC550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11504" r="4105" b="14441"/>
          <a:stretch/>
        </p:blipFill>
        <p:spPr>
          <a:xfrm>
            <a:off x="3275012" y="0"/>
            <a:ext cx="8913812" cy="6867457"/>
          </a:xfrm>
          <a:prstGeom prst="rect">
            <a:avLst/>
          </a:prstGeom>
        </p:spPr>
      </p:pic>
      <p:sp>
        <p:nvSpPr>
          <p:cNvPr id="2" name="Title 1"/>
          <p:cNvSpPr>
            <a:spLocks noGrp="1"/>
          </p:cNvSpPr>
          <p:nvPr>
            <p:ph type="title"/>
          </p:nvPr>
        </p:nvSpPr>
        <p:spPr>
          <a:xfrm>
            <a:off x="684212" y="1295400"/>
            <a:ext cx="10287000" cy="3886200"/>
          </a:xfrm>
        </p:spPr>
        <p:txBody>
          <a:bodyPr anchor="b">
            <a:normAutofit/>
          </a:bodyPr>
          <a:lstStyle>
            <a:lvl1pPr marL="0" indent="0" algn="l">
              <a:lnSpc>
                <a:spcPct val="100000"/>
              </a:lnSpc>
              <a:defRPr sz="6600"/>
            </a:lvl1pPr>
          </a:lstStyle>
          <a:p>
            <a:r>
              <a:rPr lang="en-US" dirty="0"/>
              <a:t>Click to edit Master title style</a:t>
            </a:r>
            <a:endParaRPr dirty="0"/>
          </a:p>
        </p:txBody>
      </p:sp>
      <p:sp>
        <p:nvSpPr>
          <p:cNvPr id="10" name="Text Placeholder 9">
            <a:extLst>
              <a:ext uri="{FF2B5EF4-FFF2-40B4-BE49-F238E27FC236}">
                <a16:creationId xmlns:a16="http://schemas.microsoft.com/office/drawing/2014/main" id="{695FDDB8-B25B-0452-0EE6-99D1F02803F7}"/>
              </a:ext>
            </a:extLst>
          </p:cNvPr>
          <p:cNvSpPr>
            <a:spLocks noGrp="1"/>
          </p:cNvSpPr>
          <p:nvPr>
            <p:ph type="body" sz="quarter" idx="10"/>
          </p:nvPr>
        </p:nvSpPr>
        <p:spPr>
          <a:xfrm>
            <a:off x="684212" y="5600700"/>
            <a:ext cx="10287000" cy="533400"/>
          </a:xfrm>
        </p:spPr>
        <p:txBody>
          <a:bodyPr anchor="t">
            <a:normAutofit/>
          </a:bodyPr>
          <a:lstStyle>
            <a:lvl1pPr marL="45720" indent="0" algn="l">
              <a:buNone/>
              <a:defRPr sz="2400"/>
            </a:lvl1pPr>
          </a:lstStyle>
          <a:p>
            <a:pPr lvl="0"/>
            <a:r>
              <a:rPr lang="en-US" dirty="0"/>
              <a:t>Click to edit Master text styles</a:t>
            </a:r>
          </a:p>
        </p:txBody>
      </p:sp>
      <p:sp>
        <p:nvSpPr>
          <p:cNvPr id="3" name="Cross 2">
            <a:extLst>
              <a:ext uri="{FF2B5EF4-FFF2-40B4-BE49-F238E27FC236}">
                <a16:creationId xmlns:a16="http://schemas.microsoft.com/office/drawing/2014/main" id="{29F0C076-A364-A8D3-F322-AC2A18341617}"/>
              </a:ext>
            </a:extLst>
          </p:cNvPr>
          <p:cNvSpPr/>
          <p:nvPr userDrawn="1"/>
        </p:nvSpPr>
        <p:spPr>
          <a:xfrm>
            <a:off x="10975566" y="4987103"/>
            <a:ext cx="685800" cy="685800"/>
          </a:xfrm>
          <a:prstGeom prst="plus">
            <a:avLst>
              <a:gd name="adj" fmla="val 39796"/>
            </a:avLst>
          </a:prstGeom>
          <a:gradFill>
            <a:gsLst>
              <a:gs pos="0">
                <a:schemeClr val="bg1">
                  <a:alpha val="0"/>
                </a:schemeClr>
              </a:gs>
              <a:gs pos="100000">
                <a:schemeClr val="bg1"/>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4" name="Cross 3">
            <a:extLst>
              <a:ext uri="{FF2B5EF4-FFF2-40B4-BE49-F238E27FC236}">
                <a16:creationId xmlns:a16="http://schemas.microsoft.com/office/drawing/2014/main" id="{921F5FF9-DFA3-CF00-B31A-21C261392B15}"/>
              </a:ext>
            </a:extLst>
          </p:cNvPr>
          <p:cNvSpPr/>
          <p:nvPr userDrawn="1"/>
        </p:nvSpPr>
        <p:spPr>
          <a:xfrm>
            <a:off x="10118724" y="3581400"/>
            <a:ext cx="685800" cy="685800"/>
          </a:xfrm>
          <a:prstGeom prst="plus">
            <a:avLst>
              <a:gd name="adj" fmla="val 39796"/>
            </a:avLst>
          </a:prstGeom>
          <a:gradFill>
            <a:gsLst>
              <a:gs pos="0">
                <a:schemeClr val="bg1">
                  <a:alpha val="0"/>
                </a:schemeClr>
              </a:gs>
              <a:gs pos="100000">
                <a:schemeClr val="bg1"/>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Tree>
    <p:extLst>
      <p:ext uri="{BB962C8B-B14F-4D97-AF65-F5344CB8AC3E}">
        <p14:creationId xmlns:p14="http://schemas.microsoft.com/office/powerpoint/2010/main" val="8302412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67777CD-9A1F-DEEA-2595-9E892C952556}"/>
              </a:ext>
            </a:extLst>
          </p:cNvPr>
          <p:cNvSpPr/>
          <p:nvPr userDrawn="1"/>
        </p:nvSpPr>
        <p:spPr>
          <a:xfrm>
            <a:off x="-1" y="0"/>
            <a:ext cx="12188825" cy="6858000"/>
          </a:xfrm>
          <a:prstGeom prst="rect">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13" name="Freeform: Shape 12">
            <a:extLst>
              <a:ext uri="{FF2B5EF4-FFF2-40B4-BE49-F238E27FC236}">
                <a16:creationId xmlns:a16="http://schemas.microsoft.com/office/drawing/2014/main" id="{DF4D3028-A414-148B-F10C-466ED585BCD9}"/>
              </a:ext>
            </a:extLst>
          </p:cNvPr>
          <p:cNvSpPr/>
          <p:nvPr userDrawn="1"/>
        </p:nvSpPr>
        <p:spPr>
          <a:xfrm>
            <a:off x="-1" y="1586"/>
            <a:ext cx="3428208" cy="6856414"/>
          </a:xfrm>
          <a:custGeom>
            <a:avLst/>
            <a:gdLst>
              <a:gd name="connsiteX0" fmla="*/ 1 w 3428208"/>
              <a:gd name="connsiteY0" fmla="*/ 0 h 6856414"/>
              <a:gd name="connsiteX1" fmla="*/ 3428208 w 3428208"/>
              <a:gd name="connsiteY1" fmla="*/ 3428207 h 6856414"/>
              <a:gd name="connsiteX2" fmla="*/ 1 w 3428208"/>
              <a:gd name="connsiteY2" fmla="*/ 6856414 h 6856414"/>
              <a:gd name="connsiteX3" fmla="*/ 0 w 3428208"/>
              <a:gd name="connsiteY3" fmla="*/ 6856414 h 6856414"/>
              <a:gd name="connsiteX4" fmla="*/ 0 w 3428208"/>
              <a:gd name="connsiteY4" fmla="*/ 0 h 6856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8208" h="6856414">
                <a:moveTo>
                  <a:pt x="1" y="0"/>
                </a:moveTo>
                <a:cubicBezTo>
                  <a:pt x="1893347" y="0"/>
                  <a:pt x="3428208" y="1534861"/>
                  <a:pt x="3428208" y="3428207"/>
                </a:cubicBezTo>
                <a:cubicBezTo>
                  <a:pt x="3428208" y="5321553"/>
                  <a:pt x="1893347" y="6856414"/>
                  <a:pt x="1" y="6856414"/>
                </a:cubicBezTo>
                <a:lnTo>
                  <a:pt x="0" y="6856414"/>
                </a:lnTo>
                <a:lnTo>
                  <a:pt x="0" y="0"/>
                </a:lnTo>
                <a:close/>
              </a:path>
            </a:pathLst>
          </a:custGeom>
          <a:gradFill>
            <a:gsLst>
              <a:gs pos="0">
                <a:schemeClr val="bg1"/>
              </a:gs>
              <a:gs pos="100000">
                <a:schemeClr val="bg1">
                  <a:alpha val="0"/>
                </a:schemeClr>
              </a:gs>
            </a:gsLst>
          </a:gradFill>
          <a:ln>
            <a:noFill/>
          </a:ln>
        </p:spPr>
        <p:style>
          <a:lnRef idx="1">
            <a:schemeClr val="accent2"/>
          </a:lnRef>
          <a:fillRef idx="2">
            <a:schemeClr val="accent2"/>
          </a:fillRef>
          <a:effectRef idx="1">
            <a:schemeClr val="accent2"/>
          </a:effectRef>
          <a:fontRef idx="minor">
            <a:schemeClr val="dk1"/>
          </a:fontRef>
        </p:style>
        <p:txBody>
          <a:bodyPr wrap="square" rtlCol="0" anchor="ctr">
            <a:noAutofit/>
          </a:bodyPr>
          <a:lstStyle/>
          <a:p>
            <a:pPr algn="ctr"/>
            <a:endParaRPr lang="en-US" dirty="0"/>
          </a:p>
        </p:txBody>
      </p:sp>
      <p:sp>
        <p:nvSpPr>
          <p:cNvPr id="9" name="Title 1">
            <a:extLst>
              <a:ext uri="{FF2B5EF4-FFF2-40B4-BE49-F238E27FC236}">
                <a16:creationId xmlns:a16="http://schemas.microsoft.com/office/drawing/2014/main" id="{0EB111F7-2027-1E41-1C02-BA5AA37EA221}"/>
              </a:ext>
            </a:extLst>
          </p:cNvPr>
          <p:cNvSpPr>
            <a:spLocks noGrp="1"/>
          </p:cNvSpPr>
          <p:nvPr>
            <p:ph type="title"/>
          </p:nvPr>
        </p:nvSpPr>
        <p:spPr>
          <a:xfrm>
            <a:off x="989012" y="723900"/>
            <a:ext cx="4114800" cy="5295900"/>
          </a:xfrm>
        </p:spPr>
        <p:txBody>
          <a:bodyPr anchor="ctr">
            <a:normAutofit/>
          </a:bodyPr>
          <a:lstStyle>
            <a:lvl1pPr algn="r">
              <a:lnSpc>
                <a:spcPct val="100000"/>
              </a:lnSpc>
              <a:defRPr sz="4800" b="1" kern="1200" dirty="0">
                <a:solidFill>
                  <a:schemeClr val="tx1">
                    <a:lumMod val="85000"/>
                    <a:lumOff val="15000"/>
                  </a:schemeClr>
                </a:solidFill>
                <a:latin typeface="+mj-lt"/>
                <a:ea typeface="+mj-ea"/>
                <a:cs typeface="+mj-cs"/>
              </a:defRPr>
            </a:lvl1pPr>
          </a:lstStyle>
          <a:p>
            <a:r>
              <a:rPr lang="en-US" dirty="0"/>
              <a:t>Click to edit Master title style</a:t>
            </a:r>
            <a:endParaRPr dirty="0"/>
          </a:p>
        </p:txBody>
      </p:sp>
      <p:sp>
        <p:nvSpPr>
          <p:cNvPr id="3" name="Content Placeholder 2"/>
          <p:cNvSpPr>
            <a:spLocks noGrp="1"/>
          </p:cNvSpPr>
          <p:nvPr>
            <p:ph idx="1"/>
          </p:nvPr>
        </p:nvSpPr>
        <p:spPr>
          <a:xfrm>
            <a:off x="6932612" y="1981200"/>
            <a:ext cx="4114800" cy="2854781"/>
          </a:xfrm>
        </p:spPr>
        <p:txBody>
          <a:bodyPr anchor="ctr"/>
          <a:lstStyle>
            <a:lvl1pPr marL="45720" indent="0">
              <a:buNone/>
              <a:defRPr>
                <a:solidFill>
                  <a:schemeClr val="tx1">
                    <a:lumMod val="85000"/>
                    <a:lumOff val="15000"/>
                  </a:schemeClr>
                </a:solidFill>
              </a:defRPr>
            </a:lvl1pPr>
            <a:lvl2pPr marL="365760" indent="0">
              <a:buNone/>
              <a:defRPr>
                <a:solidFill>
                  <a:schemeClr val="tx1">
                    <a:lumMod val="85000"/>
                    <a:lumOff val="15000"/>
                  </a:schemeClr>
                </a:solidFill>
              </a:defRPr>
            </a:lvl2pPr>
            <a:lvl3pPr marL="594360" indent="0">
              <a:buNone/>
              <a:defRPr>
                <a:solidFill>
                  <a:schemeClr val="tx1">
                    <a:lumMod val="85000"/>
                    <a:lumOff val="15000"/>
                  </a:schemeClr>
                </a:solidFill>
              </a:defRPr>
            </a:lvl3pPr>
            <a:lvl4pPr marL="777240" indent="0">
              <a:buNone/>
              <a:defRPr>
                <a:solidFill>
                  <a:schemeClr val="tx1">
                    <a:lumMod val="85000"/>
                    <a:lumOff val="15000"/>
                  </a:schemeClr>
                </a:solidFill>
              </a:defRPr>
            </a:lvl4pPr>
            <a:lvl5pPr marL="960120" indent="0">
              <a:buNone/>
              <a:defRPr>
                <a:solidFill>
                  <a:schemeClr val="tx1">
                    <a:lumMod val="85000"/>
                    <a:lumOff val="1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14" name="Cross 13">
            <a:extLst>
              <a:ext uri="{FF2B5EF4-FFF2-40B4-BE49-F238E27FC236}">
                <a16:creationId xmlns:a16="http://schemas.microsoft.com/office/drawing/2014/main" id="{02A1E7CF-4DB4-D31C-D6AA-D368DA17CD5F}"/>
              </a:ext>
            </a:extLst>
          </p:cNvPr>
          <p:cNvSpPr/>
          <p:nvPr userDrawn="1"/>
        </p:nvSpPr>
        <p:spPr>
          <a:xfrm>
            <a:off x="4837509" y="914400"/>
            <a:ext cx="685800" cy="685800"/>
          </a:xfrm>
          <a:prstGeom prst="plus">
            <a:avLst>
              <a:gd name="adj" fmla="val 39796"/>
            </a:avLst>
          </a:prstGeom>
          <a:gradFill>
            <a:gsLst>
              <a:gs pos="0">
                <a:schemeClr val="bg1">
                  <a:alpha val="0"/>
                </a:schemeClr>
              </a:gs>
              <a:gs pos="100000">
                <a:schemeClr val="bg1"/>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15" name="Cross 14">
            <a:extLst>
              <a:ext uri="{FF2B5EF4-FFF2-40B4-BE49-F238E27FC236}">
                <a16:creationId xmlns:a16="http://schemas.microsoft.com/office/drawing/2014/main" id="{E47E8503-C2AB-07F1-FD1F-A529E414E168}"/>
              </a:ext>
            </a:extLst>
          </p:cNvPr>
          <p:cNvSpPr/>
          <p:nvPr userDrawn="1"/>
        </p:nvSpPr>
        <p:spPr>
          <a:xfrm>
            <a:off x="3085307" y="5695950"/>
            <a:ext cx="685800" cy="685800"/>
          </a:xfrm>
          <a:prstGeom prst="plus">
            <a:avLst>
              <a:gd name="adj" fmla="val 39796"/>
            </a:avLst>
          </a:prstGeom>
          <a:gradFill>
            <a:gsLst>
              <a:gs pos="0">
                <a:schemeClr val="bg1">
                  <a:alpha val="0"/>
                </a:schemeClr>
              </a:gs>
              <a:gs pos="100000">
                <a:schemeClr val="bg1"/>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2" name="Left Brace 1">
            <a:extLst>
              <a:ext uri="{FF2B5EF4-FFF2-40B4-BE49-F238E27FC236}">
                <a16:creationId xmlns:a16="http://schemas.microsoft.com/office/drawing/2014/main" id="{8020F553-E264-0059-F1EB-47039048DC67}"/>
              </a:ext>
            </a:extLst>
          </p:cNvPr>
          <p:cNvSpPr/>
          <p:nvPr userDrawn="1"/>
        </p:nvSpPr>
        <p:spPr>
          <a:xfrm>
            <a:off x="5561012" y="2022021"/>
            <a:ext cx="838200" cy="2813960"/>
          </a:xfrm>
          <a:prstGeom prst="leftBrace">
            <a:avLst>
              <a:gd name="adj1" fmla="val 34932"/>
              <a:gd name="adj2" fmla="val 50000"/>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1488984350"/>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ing with Phone image">
    <p:bg>
      <p:bgRef idx="1001">
        <a:schemeClr val="bg1"/>
      </p:bgRef>
    </p:b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45C0889D-74A2-974C-BB02-FA1F7BE369E2}"/>
              </a:ext>
            </a:extLst>
          </p:cNvPr>
          <p:cNvSpPr/>
          <p:nvPr userDrawn="1"/>
        </p:nvSpPr>
        <p:spPr>
          <a:xfrm>
            <a:off x="6704012" y="1148418"/>
            <a:ext cx="4561165" cy="4561165"/>
          </a:xfrm>
          <a:prstGeom prst="ellipse">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pic>
        <p:nvPicPr>
          <p:cNvPr id="8" name="Graphic 7">
            <a:extLst>
              <a:ext uri="{FF2B5EF4-FFF2-40B4-BE49-F238E27FC236}">
                <a16:creationId xmlns:a16="http://schemas.microsoft.com/office/drawing/2014/main" id="{2DAE856D-3749-4D3B-9F33-A46528589FE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32079" y="598170"/>
            <a:ext cx="3096221" cy="5661660"/>
          </a:xfrm>
          <a:prstGeom prst="rect">
            <a:avLst/>
          </a:prstGeom>
        </p:spPr>
      </p:pic>
      <p:sp>
        <p:nvSpPr>
          <p:cNvPr id="9" name="Cross 8">
            <a:extLst>
              <a:ext uri="{FF2B5EF4-FFF2-40B4-BE49-F238E27FC236}">
                <a16:creationId xmlns:a16="http://schemas.microsoft.com/office/drawing/2014/main" id="{7A96460A-640C-6025-AAB5-344AB2A405D1}"/>
              </a:ext>
            </a:extLst>
          </p:cNvPr>
          <p:cNvSpPr/>
          <p:nvPr userDrawn="1"/>
        </p:nvSpPr>
        <p:spPr>
          <a:xfrm>
            <a:off x="10818812" y="5353077"/>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11" name="Cross 10">
            <a:extLst>
              <a:ext uri="{FF2B5EF4-FFF2-40B4-BE49-F238E27FC236}">
                <a16:creationId xmlns:a16="http://schemas.microsoft.com/office/drawing/2014/main" id="{471314FF-EA0B-8DDE-B558-885A876FB0D5}"/>
              </a:ext>
            </a:extLst>
          </p:cNvPr>
          <p:cNvSpPr/>
          <p:nvPr userDrawn="1"/>
        </p:nvSpPr>
        <p:spPr>
          <a:xfrm>
            <a:off x="6335910" y="805517"/>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2" name="Title 1">
            <a:extLst>
              <a:ext uri="{FF2B5EF4-FFF2-40B4-BE49-F238E27FC236}">
                <a16:creationId xmlns:a16="http://schemas.microsoft.com/office/drawing/2014/main" id="{E894761B-B29B-1C47-FAE9-6E0FA1543EC6}"/>
              </a:ext>
            </a:extLst>
          </p:cNvPr>
          <p:cNvSpPr>
            <a:spLocks noGrp="1"/>
          </p:cNvSpPr>
          <p:nvPr>
            <p:ph type="title"/>
          </p:nvPr>
        </p:nvSpPr>
        <p:spPr>
          <a:xfrm>
            <a:off x="608012" y="685800"/>
            <a:ext cx="6372818" cy="4038600"/>
          </a:xfrm>
        </p:spPr>
        <p:txBody>
          <a:bodyPr anchor="b">
            <a:normAutofit/>
          </a:bodyPr>
          <a:lstStyle>
            <a:lvl1pPr marL="0" indent="0" algn="l">
              <a:lnSpc>
                <a:spcPct val="100000"/>
              </a:lnSpc>
              <a:defRPr sz="4800"/>
            </a:lvl1pPr>
          </a:lstStyle>
          <a:p>
            <a:r>
              <a:rPr lang="en-US" dirty="0"/>
              <a:t>Click to edit Master title style</a:t>
            </a:r>
            <a:endParaRPr dirty="0"/>
          </a:p>
        </p:txBody>
      </p:sp>
      <p:sp>
        <p:nvSpPr>
          <p:cNvPr id="5" name="Text Placeholder 9">
            <a:extLst>
              <a:ext uri="{FF2B5EF4-FFF2-40B4-BE49-F238E27FC236}">
                <a16:creationId xmlns:a16="http://schemas.microsoft.com/office/drawing/2014/main" id="{EEFF6782-6ABD-DEB0-6FD1-1263A5469A24}"/>
              </a:ext>
            </a:extLst>
          </p:cNvPr>
          <p:cNvSpPr>
            <a:spLocks noGrp="1"/>
          </p:cNvSpPr>
          <p:nvPr>
            <p:ph type="body" sz="quarter" idx="10"/>
          </p:nvPr>
        </p:nvSpPr>
        <p:spPr>
          <a:xfrm>
            <a:off x="608012" y="4876800"/>
            <a:ext cx="6372817" cy="1104898"/>
          </a:xfrm>
        </p:spPr>
        <p:txBody>
          <a:bodyPr anchor="t">
            <a:normAutofit/>
          </a:bodyPr>
          <a:lstStyle>
            <a:lvl1pPr marL="45720" indent="0" algn="l">
              <a:buNone/>
              <a:defRPr sz="2000"/>
            </a:lvl1pPr>
          </a:lstStyle>
          <a:p>
            <a:pPr lvl="0"/>
            <a:r>
              <a:rPr lang="en-US" dirty="0"/>
              <a:t>Click to edit Master text styles</a:t>
            </a:r>
          </a:p>
        </p:txBody>
      </p:sp>
      <p:sp>
        <p:nvSpPr>
          <p:cNvPr id="16" name="Picture Placeholder 15">
            <a:extLst>
              <a:ext uri="{FF2B5EF4-FFF2-40B4-BE49-F238E27FC236}">
                <a16:creationId xmlns:a16="http://schemas.microsoft.com/office/drawing/2014/main" id="{5BA3F629-2405-DC90-C212-6F3D52B95D9B}"/>
              </a:ext>
            </a:extLst>
          </p:cNvPr>
          <p:cNvSpPr>
            <a:spLocks noGrp="1"/>
          </p:cNvSpPr>
          <p:nvPr>
            <p:ph type="pic" sz="quarter" idx="15"/>
          </p:nvPr>
        </p:nvSpPr>
        <p:spPr>
          <a:xfrm>
            <a:off x="7765046" y="883471"/>
            <a:ext cx="2439096" cy="5091059"/>
          </a:xfrm>
          <a:custGeom>
            <a:avLst/>
            <a:gdLst>
              <a:gd name="connsiteX0" fmla="*/ 340815 w 2439096"/>
              <a:gd name="connsiteY0" fmla="*/ 0 h 5091059"/>
              <a:gd name="connsiteX1" fmla="*/ 2098281 w 2439096"/>
              <a:gd name="connsiteY1" fmla="*/ 0 h 5091059"/>
              <a:gd name="connsiteX2" fmla="*/ 2439096 w 2439096"/>
              <a:gd name="connsiteY2" fmla="*/ 340815 h 5091059"/>
              <a:gd name="connsiteX3" fmla="*/ 2439096 w 2439096"/>
              <a:gd name="connsiteY3" fmla="*/ 495300 h 5091059"/>
              <a:gd name="connsiteX4" fmla="*/ 2439096 w 2439096"/>
              <a:gd name="connsiteY4" fmla="*/ 4750244 h 5091059"/>
              <a:gd name="connsiteX5" fmla="*/ 2098281 w 2439096"/>
              <a:gd name="connsiteY5" fmla="*/ 5091059 h 5091059"/>
              <a:gd name="connsiteX6" fmla="*/ 340815 w 2439096"/>
              <a:gd name="connsiteY6" fmla="*/ 5091059 h 5091059"/>
              <a:gd name="connsiteX7" fmla="*/ 0 w 2439096"/>
              <a:gd name="connsiteY7" fmla="*/ 4750244 h 5091059"/>
              <a:gd name="connsiteX8" fmla="*/ 0 w 2439096"/>
              <a:gd name="connsiteY8" fmla="*/ 495300 h 5091059"/>
              <a:gd name="connsiteX9" fmla="*/ 0 w 2439096"/>
              <a:gd name="connsiteY9" fmla="*/ 340815 h 5091059"/>
              <a:gd name="connsiteX10" fmla="*/ 340815 w 2439096"/>
              <a:gd name="connsiteY10" fmla="*/ 0 h 5091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39096" h="5091059">
                <a:moveTo>
                  <a:pt x="340815" y="0"/>
                </a:moveTo>
                <a:lnTo>
                  <a:pt x="2098281" y="0"/>
                </a:lnTo>
                <a:cubicBezTo>
                  <a:pt x="2286508" y="0"/>
                  <a:pt x="2439096" y="152588"/>
                  <a:pt x="2439096" y="340815"/>
                </a:cubicBezTo>
                <a:lnTo>
                  <a:pt x="2439096" y="495300"/>
                </a:lnTo>
                <a:lnTo>
                  <a:pt x="2439096" y="4750244"/>
                </a:lnTo>
                <a:cubicBezTo>
                  <a:pt x="2439096" y="4938471"/>
                  <a:pt x="2286508" y="5091059"/>
                  <a:pt x="2098281" y="5091059"/>
                </a:cubicBezTo>
                <a:lnTo>
                  <a:pt x="340815" y="5091059"/>
                </a:lnTo>
                <a:cubicBezTo>
                  <a:pt x="152588" y="5091059"/>
                  <a:pt x="0" y="4938471"/>
                  <a:pt x="0" y="4750244"/>
                </a:cubicBezTo>
                <a:lnTo>
                  <a:pt x="0" y="495300"/>
                </a:lnTo>
                <a:lnTo>
                  <a:pt x="0" y="340815"/>
                </a:lnTo>
                <a:cubicBezTo>
                  <a:pt x="0" y="152588"/>
                  <a:pt x="152588" y="0"/>
                  <a:pt x="340815" y="0"/>
                </a:cubicBezTo>
                <a:close/>
              </a:path>
            </a:pathLst>
          </a:custGeom>
        </p:spPr>
        <p:txBody>
          <a:bodyPr wrap="square">
            <a:noAutofit/>
          </a:bodyPr>
          <a:lstStyle>
            <a:lvl1pPr marL="45720" indent="0">
              <a:buNone/>
              <a:defRPr>
                <a:solidFill>
                  <a:schemeClr val="bg1"/>
                </a:solidFill>
              </a:defRPr>
            </a:lvl1pPr>
          </a:lstStyle>
          <a:p>
            <a:endParaRPr lang="en-US" dirty="0"/>
          </a:p>
        </p:txBody>
      </p:sp>
    </p:spTree>
    <p:extLst>
      <p:ext uri="{BB962C8B-B14F-4D97-AF65-F5344CB8AC3E}">
        <p14:creationId xmlns:p14="http://schemas.microsoft.com/office/powerpoint/2010/main" val="1850473738"/>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title ">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1C3968AF-EB74-3889-A3BA-E759CFD47B12}"/>
              </a:ext>
            </a:extLst>
          </p:cNvPr>
          <p:cNvSpPr/>
          <p:nvPr userDrawn="1"/>
        </p:nvSpPr>
        <p:spPr>
          <a:xfrm>
            <a:off x="3275012" y="609600"/>
            <a:ext cx="5638800" cy="5638800"/>
          </a:xfrm>
          <a:prstGeom prst="ellipse">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8" name="Left Brace 7">
            <a:extLst>
              <a:ext uri="{FF2B5EF4-FFF2-40B4-BE49-F238E27FC236}">
                <a16:creationId xmlns:a16="http://schemas.microsoft.com/office/drawing/2014/main" id="{6A409372-199C-2F3B-65CD-ADC2E45B43B7}"/>
              </a:ext>
            </a:extLst>
          </p:cNvPr>
          <p:cNvSpPr/>
          <p:nvPr userDrawn="1"/>
        </p:nvSpPr>
        <p:spPr>
          <a:xfrm>
            <a:off x="5561012" y="2022021"/>
            <a:ext cx="838200" cy="2813960"/>
          </a:xfrm>
          <a:prstGeom prst="leftBrace">
            <a:avLst>
              <a:gd name="adj1" fmla="val 34932"/>
              <a:gd name="adj2" fmla="val 50000"/>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 name="Title 1">
            <a:extLst>
              <a:ext uri="{FF2B5EF4-FFF2-40B4-BE49-F238E27FC236}">
                <a16:creationId xmlns:a16="http://schemas.microsoft.com/office/drawing/2014/main" id="{266838CB-A9BC-715A-18FE-06CCE4A9CAFC}"/>
              </a:ext>
            </a:extLst>
          </p:cNvPr>
          <p:cNvSpPr>
            <a:spLocks noGrp="1"/>
          </p:cNvSpPr>
          <p:nvPr>
            <p:ph type="title"/>
          </p:nvPr>
        </p:nvSpPr>
        <p:spPr>
          <a:xfrm>
            <a:off x="531812" y="495300"/>
            <a:ext cx="4572000" cy="5867400"/>
          </a:xfrm>
        </p:spPr>
        <p:txBody>
          <a:bodyPr anchor="ctr">
            <a:normAutofit/>
          </a:bodyPr>
          <a:lstStyle>
            <a:lvl1pPr marL="0" indent="0" algn="r">
              <a:lnSpc>
                <a:spcPct val="110000"/>
              </a:lnSpc>
              <a:defRPr sz="4800"/>
            </a:lvl1pPr>
          </a:lstStyle>
          <a:p>
            <a:r>
              <a:rPr lang="en-US" dirty="0"/>
              <a:t>Click to edit Master title style</a:t>
            </a:r>
            <a:endParaRPr dirty="0"/>
          </a:p>
        </p:txBody>
      </p:sp>
      <p:sp>
        <p:nvSpPr>
          <p:cNvPr id="3" name="Text Placeholder 10">
            <a:extLst>
              <a:ext uri="{FF2B5EF4-FFF2-40B4-BE49-F238E27FC236}">
                <a16:creationId xmlns:a16="http://schemas.microsoft.com/office/drawing/2014/main" id="{454B8043-D1DD-E2EA-772B-D8D38CD37D14}"/>
              </a:ext>
            </a:extLst>
          </p:cNvPr>
          <p:cNvSpPr>
            <a:spLocks noGrp="1"/>
          </p:cNvSpPr>
          <p:nvPr>
            <p:ph type="body" sz="quarter" idx="14"/>
          </p:nvPr>
        </p:nvSpPr>
        <p:spPr>
          <a:xfrm>
            <a:off x="6768305" y="2022021"/>
            <a:ext cx="4443413" cy="2813960"/>
          </a:xfrm>
        </p:spPr>
        <p:txBody>
          <a:bodyPr anchor="ctr">
            <a:norm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smtClean="0">
                <a:solidFill>
                  <a:schemeClr val="tx1">
                    <a:lumMod val="85000"/>
                    <a:lumOff val="15000"/>
                  </a:schemeClr>
                </a:solidFill>
                <a:latin typeface="+mn-lt"/>
                <a:ea typeface="+mn-ea"/>
                <a:cs typeface="+mn-cs"/>
              </a:defRPr>
            </a:lvl1pPr>
            <a:lvl2pPr marL="274320" indent="-228600" algn="l" defTabSz="914400" rtl="0" eaLnBrk="1" latinLnBrk="0" hangingPunct="1">
              <a:lnSpc>
                <a:spcPct val="110000"/>
              </a:lnSpc>
              <a:spcBef>
                <a:spcPts val="1800"/>
              </a:spcBef>
              <a:buClr>
                <a:schemeClr val="tx1">
                  <a:lumMod val="65000"/>
                  <a:lumOff val="35000"/>
                </a:schemeClr>
              </a:buClr>
              <a:buSzPct val="80000"/>
              <a:buFont typeface="Arial" panose="020B0604020202020204" pitchFamily="34" charset="0"/>
              <a:buChar char="•"/>
              <a:defRPr lang="en-US" sz="2000" kern="1200" spc="30" dirty="0" smtClean="0">
                <a:solidFill>
                  <a:schemeClr val="tx1">
                    <a:lumMod val="85000"/>
                    <a:lumOff val="15000"/>
                  </a:schemeClr>
                </a:solidFill>
                <a:latin typeface="+mn-lt"/>
                <a:ea typeface="+mn-ea"/>
                <a:cs typeface="+mn-cs"/>
              </a:defRPr>
            </a:lvl2pPr>
            <a:lvl3pPr marL="594360" indent="-228600" algn="l" defTabSz="914400" rtl="0" eaLnBrk="1" latinLnBrk="0" hangingPunct="1">
              <a:lnSpc>
                <a:spcPct val="110000"/>
              </a:lnSpc>
              <a:spcBef>
                <a:spcPts val="1800"/>
              </a:spcBef>
              <a:buClr>
                <a:schemeClr val="tx1">
                  <a:lumMod val="65000"/>
                  <a:lumOff val="35000"/>
                </a:schemeClr>
              </a:buClr>
              <a:buSzPct val="80000"/>
              <a:buFont typeface="Arial" panose="020B0604020202020204" pitchFamily="34" charset="0"/>
              <a:buChar char="•"/>
              <a:defRPr lang="en-US" sz="2000" kern="1200" spc="30" dirty="0" smtClean="0">
                <a:solidFill>
                  <a:schemeClr val="tx1">
                    <a:lumMod val="85000"/>
                    <a:lumOff val="15000"/>
                  </a:schemeClr>
                </a:solidFill>
                <a:latin typeface="+mn-lt"/>
                <a:ea typeface="+mn-ea"/>
                <a:cs typeface="+mn-cs"/>
              </a:defRPr>
            </a:lvl3pPr>
            <a:lvl4pPr marL="777240" indent="-228600" algn="l" defTabSz="914400" rtl="0" eaLnBrk="1" latinLnBrk="0" hangingPunct="1">
              <a:lnSpc>
                <a:spcPct val="110000"/>
              </a:lnSpc>
              <a:spcBef>
                <a:spcPts val="1800"/>
              </a:spcBef>
              <a:buClr>
                <a:schemeClr val="tx1">
                  <a:lumMod val="65000"/>
                  <a:lumOff val="35000"/>
                </a:schemeClr>
              </a:buClr>
              <a:buSzPct val="80000"/>
              <a:buFont typeface="Arial" panose="020B0604020202020204" pitchFamily="34" charset="0"/>
              <a:buChar char="•"/>
              <a:defRPr lang="en-US" sz="2000" kern="1200" spc="30" dirty="0" smtClean="0">
                <a:solidFill>
                  <a:schemeClr val="tx1">
                    <a:lumMod val="85000"/>
                    <a:lumOff val="15000"/>
                  </a:schemeClr>
                </a:solidFill>
                <a:latin typeface="+mn-lt"/>
                <a:ea typeface="+mn-ea"/>
                <a:cs typeface="+mn-cs"/>
              </a:defRPr>
            </a:lvl4pPr>
            <a:lvl5pPr marL="960120" indent="-228600" algn="l" defTabSz="914400" rtl="0" eaLnBrk="1" latinLnBrk="0" hangingPunct="1">
              <a:lnSpc>
                <a:spcPct val="110000"/>
              </a:lnSpc>
              <a:spcBef>
                <a:spcPts val="1800"/>
              </a:spcBef>
              <a:buClr>
                <a:schemeClr val="tx1">
                  <a:lumMod val="65000"/>
                  <a:lumOff val="35000"/>
                </a:schemeClr>
              </a:buClr>
              <a:buSzPct val="80000"/>
              <a:buFont typeface="Arial" panose="020B0604020202020204" pitchFamily="34" charset="0"/>
              <a:buChar char="•"/>
              <a:defRPr lang="en-US" sz="2000" kern="1200" spc="30" dirty="0">
                <a:solidFill>
                  <a:schemeClr val="tx1">
                    <a:lumMod val="85000"/>
                    <a:lumOff val="15000"/>
                  </a:schemeClr>
                </a:solidFill>
                <a:latin typeface="+mn-lt"/>
                <a:ea typeface="+mn-ea"/>
                <a:cs typeface="+mn-c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324224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F4264E2-719A-1CB0-CD0C-B90AD51C2384}"/>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9" name="Cross 8">
            <a:extLst>
              <a:ext uri="{FF2B5EF4-FFF2-40B4-BE49-F238E27FC236}">
                <a16:creationId xmlns:a16="http://schemas.microsoft.com/office/drawing/2014/main" id="{7A96460A-640C-6025-AAB5-344AB2A405D1}"/>
              </a:ext>
            </a:extLst>
          </p:cNvPr>
          <p:cNvSpPr/>
          <p:nvPr userDrawn="1"/>
        </p:nvSpPr>
        <p:spPr>
          <a:xfrm>
            <a:off x="8151812" y="567055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13" name="Title 1">
            <a:extLst>
              <a:ext uri="{FF2B5EF4-FFF2-40B4-BE49-F238E27FC236}">
                <a16:creationId xmlns:a16="http://schemas.microsoft.com/office/drawing/2014/main" id="{FC60D2C4-E19C-088F-24AA-92F4628799CB}"/>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dirty="0"/>
              <a:t>Click to edit Master title style</a:t>
            </a:r>
            <a:endParaRPr dirty="0"/>
          </a:p>
        </p:txBody>
      </p:sp>
      <p:sp>
        <p:nvSpPr>
          <p:cNvPr id="10" name="Slide Number Placeholder 5">
            <a:extLst>
              <a:ext uri="{FF2B5EF4-FFF2-40B4-BE49-F238E27FC236}">
                <a16:creationId xmlns:a16="http://schemas.microsoft.com/office/drawing/2014/main" id="{908F9375-0CED-7A7E-FAD2-5469CE00A66C}"/>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43" name="Footer Placeholder 4">
            <a:extLst>
              <a:ext uri="{FF2B5EF4-FFF2-40B4-BE49-F238E27FC236}">
                <a16:creationId xmlns:a16="http://schemas.microsoft.com/office/drawing/2014/main" id="{C1791A8D-D5A1-DB56-D6C5-A82DB0F26732}"/>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14" name="Date Placeholder 3">
            <a:extLst>
              <a:ext uri="{FF2B5EF4-FFF2-40B4-BE49-F238E27FC236}">
                <a16:creationId xmlns:a16="http://schemas.microsoft.com/office/drawing/2014/main" id="{BE9D901E-58D4-3C47-262B-EA276B7F1D60}"/>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3" name="Content Placeholder 2"/>
          <p:cNvSpPr>
            <a:spLocks noGrp="1"/>
          </p:cNvSpPr>
          <p:nvPr>
            <p:ph idx="1"/>
          </p:nvPr>
        </p:nvSpPr>
        <p:spPr>
          <a:xfrm>
            <a:off x="1311274" y="2286000"/>
            <a:ext cx="4572000" cy="4267200"/>
          </a:xfrm>
        </p:spPr>
        <p:txBody>
          <a:bodyPr>
            <a:normAutofit/>
          </a:bodyPr>
          <a:lstStyle>
            <a:lvl1pPr marL="45720" indent="0">
              <a:lnSpc>
                <a:spcPct val="110000"/>
              </a:lnSpc>
              <a:buNone/>
              <a:defRPr lang="en-US" sz="1800" kern="1200" dirty="0">
                <a:solidFill>
                  <a:schemeClr val="tx1">
                    <a:lumMod val="85000"/>
                    <a:lumOff val="15000"/>
                  </a:schemeClr>
                </a:solidFill>
                <a:latin typeface="+mn-lt"/>
                <a:ea typeface="+mn-lt"/>
                <a:cs typeface="+mn-lt"/>
              </a:defRPr>
            </a:lvl1pPr>
            <a:lvl2pPr marL="365760" indent="0">
              <a:lnSpc>
                <a:spcPct val="110000"/>
              </a:lnSpc>
              <a:buFont typeface="Arial" panose="020B0604020202020204" pitchFamily="34" charset="0"/>
              <a:buNone/>
              <a:defRPr lang="en-US" sz="1800" kern="1200" dirty="0">
                <a:solidFill>
                  <a:schemeClr val="tx1">
                    <a:lumMod val="85000"/>
                    <a:lumOff val="15000"/>
                  </a:schemeClr>
                </a:solidFill>
                <a:latin typeface="+mn-lt"/>
                <a:ea typeface="+mn-lt"/>
                <a:cs typeface="+mn-lt"/>
              </a:defRPr>
            </a:lvl2pPr>
            <a:lvl3pPr marL="594360" indent="0">
              <a:lnSpc>
                <a:spcPct val="110000"/>
              </a:lnSpc>
              <a:buNone/>
              <a:defRPr lang="en-US" sz="1800" kern="1200" dirty="0">
                <a:solidFill>
                  <a:schemeClr val="tx1">
                    <a:lumMod val="85000"/>
                    <a:lumOff val="15000"/>
                  </a:schemeClr>
                </a:solidFill>
                <a:latin typeface="+mn-lt"/>
                <a:ea typeface="+mn-lt"/>
                <a:cs typeface="+mn-lt"/>
              </a:defRPr>
            </a:lvl3pPr>
            <a:lvl4pPr marL="777240" indent="0">
              <a:lnSpc>
                <a:spcPct val="110000"/>
              </a:lnSpc>
              <a:buNone/>
              <a:defRPr lang="en-US" sz="1800" kern="1200" dirty="0">
                <a:solidFill>
                  <a:schemeClr val="tx1">
                    <a:lumMod val="85000"/>
                    <a:lumOff val="15000"/>
                  </a:schemeClr>
                </a:solidFill>
                <a:latin typeface="+mn-lt"/>
                <a:ea typeface="+mn-lt"/>
                <a:cs typeface="+mn-lt"/>
              </a:defRPr>
            </a:lvl4pPr>
            <a:lvl5pPr marL="960120" indent="0">
              <a:lnSpc>
                <a:spcPct val="110000"/>
              </a:lnSpc>
              <a:buNone/>
              <a:defRPr sz="1800" kern="1200" dirty="0">
                <a:solidFill>
                  <a:schemeClr val="tx1">
                    <a:lumMod val="85000"/>
                    <a:lumOff val="15000"/>
                  </a:schemeClr>
                </a:solidFill>
                <a:latin typeface="+mn-lt"/>
                <a:ea typeface="+mn-lt"/>
                <a:cs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15" name="Cross 14">
            <a:extLst>
              <a:ext uri="{FF2B5EF4-FFF2-40B4-BE49-F238E27FC236}">
                <a16:creationId xmlns:a16="http://schemas.microsoft.com/office/drawing/2014/main" id="{86C1A7B9-E319-130B-0CC8-DCB01B51A087}"/>
              </a:ext>
            </a:extLst>
          </p:cNvPr>
          <p:cNvSpPr/>
          <p:nvPr userDrawn="1"/>
        </p:nvSpPr>
        <p:spPr>
          <a:xfrm>
            <a:off x="7351712" y="441960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5" name="Freeform: Shape 4">
            <a:extLst>
              <a:ext uri="{FF2B5EF4-FFF2-40B4-BE49-F238E27FC236}">
                <a16:creationId xmlns:a16="http://schemas.microsoft.com/office/drawing/2014/main" id="{20652475-9C37-D778-F6B2-DE9F50F8571A}"/>
              </a:ext>
            </a:extLst>
          </p:cNvPr>
          <p:cNvSpPr/>
          <p:nvPr userDrawn="1"/>
        </p:nvSpPr>
        <p:spPr>
          <a:xfrm>
            <a:off x="8609012" y="-21999"/>
            <a:ext cx="3579812" cy="6901998"/>
          </a:xfrm>
          <a:custGeom>
            <a:avLst/>
            <a:gdLst>
              <a:gd name="connsiteX0" fmla="*/ 3450999 w 3579812"/>
              <a:gd name="connsiteY0" fmla="*/ 0 h 6901998"/>
              <a:gd name="connsiteX1" fmla="*/ 3579812 w 3579812"/>
              <a:gd name="connsiteY1" fmla="*/ 3257 h 6901998"/>
              <a:gd name="connsiteX2" fmla="*/ 3579812 w 3579812"/>
              <a:gd name="connsiteY2" fmla="*/ 6898741 h 6901998"/>
              <a:gd name="connsiteX3" fmla="*/ 3450999 w 3579812"/>
              <a:gd name="connsiteY3" fmla="*/ 6901998 h 6901998"/>
              <a:gd name="connsiteX4" fmla="*/ 0 w 3579812"/>
              <a:gd name="connsiteY4" fmla="*/ 3450999 h 6901998"/>
              <a:gd name="connsiteX5" fmla="*/ 3450999 w 3579812"/>
              <a:gd name="connsiteY5" fmla="*/ 0 h 6901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9812" h="6901998">
                <a:moveTo>
                  <a:pt x="3450999" y="0"/>
                </a:moveTo>
                <a:lnTo>
                  <a:pt x="3579812" y="3257"/>
                </a:lnTo>
                <a:lnTo>
                  <a:pt x="3579812" y="6898741"/>
                </a:lnTo>
                <a:lnTo>
                  <a:pt x="3450999" y="6901998"/>
                </a:lnTo>
                <a:cubicBezTo>
                  <a:pt x="1545065" y="6901998"/>
                  <a:pt x="0" y="5356933"/>
                  <a:pt x="0" y="3450999"/>
                </a:cubicBezTo>
                <a:cubicBezTo>
                  <a:pt x="0" y="1545065"/>
                  <a:pt x="1545065" y="0"/>
                  <a:pt x="3450999" y="0"/>
                </a:cubicBezTo>
                <a:close/>
              </a:path>
            </a:pathLst>
          </a:cu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50674107"/>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with Computer Monitor">
    <p:bg>
      <p:bgRef idx="1001">
        <a:schemeClr val="bg1"/>
      </p:bgRef>
    </p:bg>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7D5A8CDC-7BE6-361B-2965-88F977B1F050}"/>
              </a:ext>
            </a:extLst>
          </p:cNvPr>
          <p:cNvSpPr/>
          <p:nvPr userDrawn="1"/>
        </p:nvSpPr>
        <p:spPr>
          <a:xfrm>
            <a:off x="6704012" y="838202"/>
            <a:ext cx="5029198" cy="5029198"/>
          </a:xfrm>
          <a:prstGeom prst="ellipse">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8" name="Rectangle 7">
            <a:extLst>
              <a:ext uri="{FF2B5EF4-FFF2-40B4-BE49-F238E27FC236}">
                <a16:creationId xmlns:a16="http://schemas.microsoft.com/office/drawing/2014/main" id="{F6C13E5D-0B96-580C-032F-0323F5B935D3}"/>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pic>
        <p:nvPicPr>
          <p:cNvPr id="15" name="Graphic 14">
            <a:extLst>
              <a:ext uri="{FF2B5EF4-FFF2-40B4-BE49-F238E27FC236}">
                <a16:creationId xmlns:a16="http://schemas.microsoft.com/office/drawing/2014/main" id="{97F2A9A7-1093-A563-8A0E-4C8DB0E669A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742112" y="1752600"/>
            <a:ext cx="4951066" cy="3810000"/>
          </a:xfrm>
          <a:prstGeom prst="rect">
            <a:avLst/>
          </a:prstGeom>
        </p:spPr>
      </p:pic>
      <p:sp>
        <p:nvSpPr>
          <p:cNvPr id="4" name="Title 1">
            <a:extLst>
              <a:ext uri="{FF2B5EF4-FFF2-40B4-BE49-F238E27FC236}">
                <a16:creationId xmlns:a16="http://schemas.microsoft.com/office/drawing/2014/main" id="{E33374C0-ECC0-0DB1-D167-0EF643B5A1E0}"/>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dirty="0"/>
              <a:t>Click to edit Master title style</a:t>
            </a:r>
            <a:endParaRPr dirty="0"/>
          </a:p>
        </p:txBody>
      </p:sp>
      <p:sp>
        <p:nvSpPr>
          <p:cNvPr id="3" name="Slide Number Placeholder 5">
            <a:extLst>
              <a:ext uri="{FF2B5EF4-FFF2-40B4-BE49-F238E27FC236}">
                <a16:creationId xmlns:a16="http://schemas.microsoft.com/office/drawing/2014/main" id="{FC465CD4-231A-6C85-3D9B-E21738DB5460}"/>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17" name="Footer Placeholder 4">
            <a:extLst>
              <a:ext uri="{FF2B5EF4-FFF2-40B4-BE49-F238E27FC236}">
                <a16:creationId xmlns:a16="http://schemas.microsoft.com/office/drawing/2014/main" id="{A583352B-64D3-C6FC-B554-91866CBEBCC2}"/>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6" name="Date Placeholder 3">
            <a:extLst>
              <a:ext uri="{FF2B5EF4-FFF2-40B4-BE49-F238E27FC236}">
                <a16:creationId xmlns:a16="http://schemas.microsoft.com/office/drawing/2014/main" id="{647C9D80-85BC-5E0B-E24A-6217CFE72A9F}"/>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12" name="Content Placeholder 2">
            <a:extLst>
              <a:ext uri="{FF2B5EF4-FFF2-40B4-BE49-F238E27FC236}">
                <a16:creationId xmlns:a16="http://schemas.microsoft.com/office/drawing/2014/main" id="{20038AE2-F2EF-FEA5-D6B4-5C539A25221E}"/>
              </a:ext>
            </a:extLst>
          </p:cNvPr>
          <p:cNvSpPr>
            <a:spLocks noGrp="1"/>
          </p:cNvSpPr>
          <p:nvPr>
            <p:ph idx="1"/>
          </p:nvPr>
        </p:nvSpPr>
        <p:spPr>
          <a:xfrm>
            <a:off x="1311274" y="2286000"/>
            <a:ext cx="4572000" cy="3962400"/>
          </a:xfrm>
        </p:spPr>
        <p:txBody>
          <a:bodyPr>
            <a:normAutofit/>
          </a:bodyPr>
          <a:lstStyle>
            <a:lvl1pPr marL="45720" indent="0">
              <a:lnSpc>
                <a:spcPct val="110000"/>
              </a:lnSpc>
              <a:buNone/>
              <a:defRPr lang="en-US" sz="1800" kern="1200" dirty="0">
                <a:solidFill>
                  <a:schemeClr val="tx1">
                    <a:lumMod val="85000"/>
                    <a:lumOff val="15000"/>
                  </a:schemeClr>
                </a:solidFill>
                <a:latin typeface="+mn-lt"/>
                <a:ea typeface="+mn-lt"/>
                <a:cs typeface="+mn-lt"/>
              </a:defRPr>
            </a:lvl1pPr>
            <a:lvl2pPr marL="365760" indent="0">
              <a:lnSpc>
                <a:spcPct val="110000"/>
              </a:lnSpc>
              <a:buNone/>
              <a:defRPr lang="en-US" sz="1800" kern="1200" dirty="0">
                <a:solidFill>
                  <a:schemeClr val="tx1">
                    <a:lumMod val="85000"/>
                    <a:lumOff val="15000"/>
                  </a:schemeClr>
                </a:solidFill>
                <a:latin typeface="+mn-lt"/>
                <a:ea typeface="+mn-lt"/>
                <a:cs typeface="+mn-lt"/>
              </a:defRPr>
            </a:lvl2pPr>
            <a:lvl3pPr marL="594360" indent="0">
              <a:lnSpc>
                <a:spcPct val="110000"/>
              </a:lnSpc>
              <a:buNone/>
              <a:defRPr lang="en-US" sz="1800" kern="1200" dirty="0">
                <a:solidFill>
                  <a:schemeClr val="tx1">
                    <a:lumMod val="85000"/>
                    <a:lumOff val="15000"/>
                  </a:schemeClr>
                </a:solidFill>
                <a:latin typeface="+mn-lt"/>
                <a:ea typeface="+mn-lt"/>
                <a:cs typeface="+mn-lt"/>
              </a:defRPr>
            </a:lvl3pPr>
            <a:lvl4pPr marL="777240" indent="0">
              <a:lnSpc>
                <a:spcPct val="110000"/>
              </a:lnSpc>
              <a:buNone/>
              <a:defRPr lang="en-US" sz="1800" kern="1200" dirty="0">
                <a:solidFill>
                  <a:schemeClr val="tx1">
                    <a:lumMod val="85000"/>
                    <a:lumOff val="15000"/>
                  </a:schemeClr>
                </a:solidFill>
                <a:latin typeface="+mn-lt"/>
                <a:ea typeface="+mn-lt"/>
                <a:cs typeface="+mn-lt"/>
              </a:defRPr>
            </a:lvl4pPr>
            <a:lvl5pPr marL="960120" indent="0">
              <a:lnSpc>
                <a:spcPct val="110000"/>
              </a:lnSpc>
              <a:buNone/>
              <a:defRPr sz="1800" kern="1200" dirty="0">
                <a:solidFill>
                  <a:schemeClr val="tx1">
                    <a:lumMod val="85000"/>
                    <a:lumOff val="15000"/>
                  </a:schemeClr>
                </a:solidFill>
                <a:latin typeface="+mn-lt"/>
                <a:ea typeface="+mn-lt"/>
                <a:cs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7" name="Picture Placeholder 6">
            <a:extLst>
              <a:ext uri="{FF2B5EF4-FFF2-40B4-BE49-F238E27FC236}">
                <a16:creationId xmlns:a16="http://schemas.microsoft.com/office/drawing/2014/main" id="{51F5E297-E771-7AE4-7311-0874043A4B38}"/>
              </a:ext>
            </a:extLst>
          </p:cNvPr>
          <p:cNvSpPr>
            <a:spLocks noGrp="1"/>
          </p:cNvSpPr>
          <p:nvPr>
            <p:ph type="pic" sz="quarter" idx="16"/>
          </p:nvPr>
        </p:nvSpPr>
        <p:spPr>
          <a:xfrm>
            <a:off x="7045945" y="2057400"/>
            <a:ext cx="4343400" cy="2688336"/>
          </a:xfrm>
          <a:custGeom>
            <a:avLst/>
            <a:gdLst>
              <a:gd name="connsiteX0" fmla="*/ 25620 w 4343400"/>
              <a:gd name="connsiteY0" fmla="*/ 0 h 2688336"/>
              <a:gd name="connsiteX1" fmla="*/ 4317780 w 4343400"/>
              <a:gd name="connsiteY1" fmla="*/ 0 h 2688336"/>
              <a:gd name="connsiteX2" fmla="*/ 4343400 w 4343400"/>
              <a:gd name="connsiteY2" fmla="*/ 25620 h 2688336"/>
              <a:gd name="connsiteX3" fmla="*/ 4343400 w 4343400"/>
              <a:gd name="connsiteY3" fmla="*/ 2662716 h 2688336"/>
              <a:gd name="connsiteX4" fmla="*/ 4317780 w 4343400"/>
              <a:gd name="connsiteY4" fmla="*/ 2688336 h 2688336"/>
              <a:gd name="connsiteX5" fmla="*/ 25620 w 4343400"/>
              <a:gd name="connsiteY5" fmla="*/ 2688336 h 2688336"/>
              <a:gd name="connsiteX6" fmla="*/ 0 w 4343400"/>
              <a:gd name="connsiteY6" fmla="*/ 2662716 h 2688336"/>
              <a:gd name="connsiteX7" fmla="*/ 0 w 4343400"/>
              <a:gd name="connsiteY7" fmla="*/ 25620 h 2688336"/>
              <a:gd name="connsiteX8" fmla="*/ 25620 w 4343400"/>
              <a:gd name="connsiteY8" fmla="*/ 0 h 2688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43400" h="2688336">
                <a:moveTo>
                  <a:pt x="25620" y="0"/>
                </a:moveTo>
                <a:lnTo>
                  <a:pt x="4317780" y="0"/>
                </a:lnTo>
                <a:cubicBezTo>
                  <a:pt x="4331930" y="0"/>
                  <a:pt x="4343400" y="11470"/>
                  <a:pt x="4343400" y="25620"/>
                </a:cubicBezTo>
                <a:lnTo>
                  <a:pt x="4343400" y="2662716"/>
                </a:lnTo>
                <a:cubicBezTo>
                  <a:pt x="4343400" y="2676866"/>
                  <a:pt x="4331930" y="2688336"/>
                  <a:pt x="4317780" y="2688336"/>
                </a:cubicBezTo>
                <a:lnTo>
                  <a:pt x="25620" y="2688336"/>
                </a:lnTo>
                <a:cubicBezTo>
                  <a:pt x="11470" y="2688336"/>
                  <a:pt x="0" y="2676866"/>
                  <a:pt x="0" y="2662716"/>
                </a:cubicBezTo>
                <a:lnTo>
                  <a:pt x="0" y="25620"/>
                </a:lnTo>
                <a:cubicBezTo>
                  <a:pt x="0" y="11470"/>
                  <a:pt x="11470" y="0"/>
                  <a:pt x="25620" y="0"/>
                </a:cubicBezTo>
                <a:close/>
              </a:path>
            </a:pathLst>
          </a:custGeom>
        </p:spPr>
        <p:txBody>
          <a:bodyPr wrap="square">
            <a:noAutofit/>
          </a:bodyPr>
          <a:lstStyle>
            <a:lvl1pPr marL="45720" indent="0">
              <a:buNone/>
              <a:defRPr>
                <a:solidFill>
                  <a:schemeClr val="bg1"/>
                </a:solidFill>
              </a:defRPr>
            </a:lvl1pPr>
          </a:lstStyle>
          <a:p>
            <a:endParaRPr lang="en-US" dirty="0"/>
          </a:p>
        </p:txBody>
      </p:sp>
    </p:spTree>
    <p:extLst>
      <p:ext uri="{BB962C8B-B14F-4D97-AF65-F5344CB8AC3E}">
        <p14:creationId xmlns:p14="http://schemas.microsoft.com/office/powerpoint/2010/main" val="3149728844"/>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4761B-B29B-1C47-FAE9-6E0FA1543EC6}"/>
              </a:ext>
            </a:extLst>
          </p:cNvPr>
          <p:cNvSpPr>
            <a:spLocks noGrp="1"/>
          </p:cNvSpPr>
          <p:nvPr>
            <p:ph type="title"/>
          </p:nvPr>
        </p:nvSpPr>
        <p:spPr>
          <a:xfrm>
            <a:off x="608012" y="685800"/>
            <a:ext cx="5687336" cy="5288730"/>
          </a:xfrm>
        </p:spPr>
        <p:txBody>
          <a:bodyPr anchor="b">
            <a:normAutofit/>
          </a:bodyPr>
          <a:lstStyle>
            <a:lvl1pPr marL="0" indent="0" algn="l">
              <a:lnSpc>
                <a:spcPct val="100000"/>
              </a:lnSpc>
              <a:defRPr sz="4800"/>
            </a:lvl1pPr>
          </a:lstStyle>
          <a:p>
            <a:r>
              <a:rPr lang="en-US" dirty="0"/>
              <a:t>Click to edit Master title style</a:t>
            </a:r>
            <a:endParaRPr dirty="0"/>
          </a:p>
        </p:txBody>
      </p:sp>
      <p:sp>
        <p:nvSpPr>
          <p:cNvPr id="3" name="Cross 2">
            <a:extLst>
              <a:ext uri="{FF2B5EF4-FFF2-40B4-BE49-F238E27FC236}">
                <a16:creationId xmlns:a16="http://schemas.microsoft.com/office/drawing/2014/main" id="{9D098DB9-0987-4850-3A4E-90EECD01BFED}"/>
              </a:ext>
            </a:extLst>
          </p:cNvPr>
          <p:cNvSpPr/>
          <p:nvPr userDrawn="1"/>
        </p:nvSpPr>
        <p:spPr>
          <a:xfrm>
            <a:off x="7130149" y="3969437"/>
            <a:ext cx="640662" cy="640662"/>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pic>
        <p:nvPicPr>
          <p:cNvPr id="4" name="Graphic 3">
            <a:extLst>
              <a:ext uri="{FF2B5EF4-FFF2-40B4-BE49-F238E27FC236}">
                <a16:creationId xmlns:a16="http://schemas.microsoft.com/office/drawing/2014/main" id="{0320F41B-7946-84A8-649E-B8D2394410B0}"/>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 r="42412"/>
          <a:stretch/>
        </p:blipFill>
        <p:spPr>
          <a:xfrm>
            <a:off x="7134779" y="533400"/>
            <a:ext cx="5054045" cy="5588000"/>
          </a:xfrm>
          <a:prstGeom prst="rect">
            <a:avLst/>
          </a:prstGeom>
        </p:spPr>
      </p:pic>
      <p:sp>
        <p:nvSpPr>
          <p:cNvPr id="6" name="Cross 5">
            <a:extLst>
              <a:ext uri="{FF2B5EF4-FFF2-40B4-BE49-F238E27FC236}">
                <a16:creationId xmlns:a16="http://schemas.microsoft.com/office/drawing/2014/main" id="{D3F324A7-F228-C486-182B-84D6C27A93B8}"/>
              </a:ext>
            </a:extLst>
          </p:cNvPr>
          <p:cNvSpPr/>
          <p:nvPr userDrawn="1"/>
        </p:nvSpPr>
        <p:spPr>
          <a:xfrm>
            <a:off x="6368151" y="2407337"/>
            <a:ext cx="640662" cy="640662"/>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10" name="Picture Placeholder 20">
            <a:extLst>
              <a:ext uri="{FF2B5EF4-FFF2-40B4-BE49-F238E27FC236}">
                <a16:creationId xmlns:a16="http://schemas.microsoft.com/office/drawing/2014/main" id="{0EE33DD4-E993-7039-2B48-6FAFAE32A9FE}"/>
              </a:ext>
            </a:extLst>
          </p:cNvPr>
          <p:cNvSpPr>
            <a:spLocks noGrp="1"/>
          </p:cNvSpPr>
          <p:nvPr>
            <p:ph type="pic" sz="quarter" idx="15"/>
          </p:nvPr>
        </p:nvSpPr>
        <p:spPr>
          <a:xfrm>
            <a:off x="8119745" y="990600"/>
            <a:ext cx="4069080" cy="4384979"/>
          </a:xfrm>
          <a:custGeom>
            <a:avLst/>
            <a:gdLst>
              <a:gd name="connsiteX0" fmla="*/ 3553733 w 4390346"/>
              <a:gd name="connsiteY0" fmla="*/ 0 h 4693920"/>
              <a:gd name="connsiteX1" fmla="*/ 4390346 w 4390346"/>
              <a:gd name="connsiteY1" fmla="*/ 0 h 4693920"/>
              <a:gd name="connsiteX2" fmla="*/ 4390346 w 4390346"/>
              <a:gd name="connsiteY2" fmla="*/ 4690872 h 4693920"/>
              <a:gd name="connsiteX3" fmla="*/ 3721482 w 4390346"/>
              <a:gd name="connsiteY3" fmla="*/ 4690872 h 4693920"/>
              <a:gd name="connsiteX4" fmla="*/ 3721482 w 4390346"/>
              <a:gd name="connsiteY4" fmla="*/ 4693920 h 4693920"/>
              <a:gd name="connsiteX5" fmla="*/ 197252 w 4390346"/>
              <a:gd name="connsiteY5" fmla="*/ 4693920 h 4693920"/>
              <a:gd name="connsiteX6" fmla="*/ 167017 w 4390346"/>
              <a:gd name="connsiteY6" fmla="*/ 4690872 h 4693920"/>
              <a:gd name="connsiteX7" fmla="*/ 0 w 4390346"/>
              <a:gd name="connsiteY7" fmla="*/ 4690872 h 4693920"/>
              <a:gd name="connsiteX8" fmla="*/ 0 w 4390346"/>
              <a:gd name="connsiteY8" fmla="*/ 4232970 h 4693920"/>
              <a:gd name="connsiteX9" fmla="*/ 1 w 4390346"/>
              <a:gd name="connsiteY9" fmla="*/ 4232970 h 4693920"/>
              <a:gd name="connsiteX10" fmla="*/ 1 w 4390346"/>
              <a:gd name="connsiteY10" fmla="*/ 200299 h 4693920"/>
              <a:gd name="connsiteX11" fmla="*/ 197252 w 4390346"/>
              <a:gd name="connsiteY11" fmla="*/ 3048 h 4693920"/>
              <a:gd name="connsiteX12" fmla="*/ 3553733 w 4390346"/>
              <a:gd name="connsiteY12" fmla="*/ 3048 h 4693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390346" h="4693920">
                <a:moveTo>
                  <a:pt x="3553733" y="0"/>
                </a:moveTo>
                <a:lnTo>
                  <a:pt x="4390346" y="0"/>
                </a:lnTo>
                <a:lnTo>
                  <a:pt x="4390346" y="4690872"/>
                </a:lnTo>
                <a:lnTo>
                  <a:pt x="3721482" y="4690872"/>
                </a:lnTo>
                <a:lnTo>
                  <a:pt x="3721482" y="4693920"/>
                </a:lnTo>
                <a:lnTo>
                  <a:pt x="197252" y="4693920"/>
                </a:lnTo>
                <a:lnTo>
                  <a:pt x="167017" y="4690872"/>
                </a:lnTo>
                <a:lnTo>
                  <a:pt x="0" y="4690872"/>
                </a:lnTo>
                <a:lnTo>
                  <a:pt x="0" y="4232970"/>
                </a:lnTo>
                <a:lnTo>
                  <a:pt x="1" y="4232970"/>
                </a:lnTo>
                <a:lnTo>
                  <a:pt x="1" y="200299"/>
                </a:lnTo>
                <a:cubicBezTo>
                  <a:pt x="1" y="91360"/>
                  <a:pt x="88313" y="3048"/>
                  <a:pt x="197252" y="3048"/>
                </a:cubicBezTo>
                <a:lnTo>
                  <a:pt x="3553733" y="3048"/>
                </a:lnTo>
                <a:close/>
              </a:path>
            </a:pathLst>
          </a:custGeom>
        </p:spPr>
        <p:txBody>
          <a:bodyPr wrap="square">
            <a:noAutofit/>
          </a:bodyPr>
          <a:lstStyle>
            <a:lvl1pPr marL="45720" indent="0">
              <a:buNone/>
              <a:defRPr>
                <a:solidFill>
                  <a:schemeClr val="bg1"/>
                </a:solidFill>
              </a:defRPr>
            </a:lvl1pPr>
          </a:lstStyle>
          <a:p>
            <a:endParaRPr lang="en-US" dirty="0"/>
          </a:p>
        </p:txBody>
      </p:sp>
    </p:spTree>
    <p:extLst>
      <p:ext uri="{BB962C8B-B14F-4D97-AF65-F5344CB8AC3E}">
        <p14:creationId xmlns:p14="http://schemas.microsoft.com/office/powerpoint/2010/main" val="2777647051"/>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with Accent">
    <p:bg>
      <p:bgRef idx="1001">
        <a:schemeClr val="bg1"/>
      </p:bgRef>
    </p:bg>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7D5A8CDC-7BE6-361B-2965-88F977B1F050}"/>
              </a:ext>
            </a:extLst>
          </p:cNvPr>
          <p:cNvSpPr/>
          <p:nvPr userDrawn="1"/>
        </p:nvSpPr>
        <p:spPr>
          <a:xfrm>
            <a:off x="6361114" y="1317171"/>
            <a:ext cx="5029198" cy="5029198"/>
          </a:xfrm>
          <a:prstGeom prst="ellipse">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8" name="Rectangle 7">
            <a:extLst>
              <a:ext uri="{FF2B5EF4-FFF2-40B4-BE49-F238E27FC236}">
                <a16:creationId xmlns:a16="http://schemas.microsoft.com/office/drawing/2014/main" id="{F6C13E5D-0B96-580C-032F-0323F5B935D3}"/>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4" name="Title 1">
            <a:extLst>
              <a:ext uri="{FF2B5EF4-FFF2-40B4-BE49-F238E27FC236}">
                <a16:creationId xmlns:a16="http://schemas.microsoft.com/office/drawing/2014/main" id="{E33374C0-ECC0-0DB1-D167-0EF643B5A1E0}"/>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dirty="0"/>
              <a:t>Click to edit Master title style</a:t>
            </a:r>
            <a:endParaRPr dirty="0"/>
          </a:p>
        </p:txBody>
      </p:sp>
      <p:sp>
        <p:nvSpPr>
          <p:cNvPr id="3" name="Slide Number Placeholder 5">
            <a:extLst>
              <a:ext uri="{FF2B5EF4-FFF2-40B4-BE49-F238E27FC236}">
                <a16:creationId xmlns:a16="http://schemas.microsoft.com/office/drawing/2014/main" id="{FC465CD4-231A-6C85-3D9B-E21738DB5460}"/>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17" name="Footer Placeholder 4">
            <a:extLst>
              <a:ext uri="{FF2B5EF4-FFF2-40B4-BE49-F238E27FC236}">
                <a16:creationId xmlns:a16="http://schemas.microsoft.com/office/drawing/2014/main" id="{A583352B-64D3-C6FC-B554-91866CBEBCC2}"/>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6" name="Date Placeholder 3">
            <a:extLst>
              <a:ext uri="{FF2B5EF4-FFF2-40B4-BE49-F238E27FC236}">
                <a16:creationId xmlns:a16="http://schemas.microsoft.com/office/drawing/2014/main" id="{647C9D80-85BC-5E0B-E24A-6217CFE72A9F}"/>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12" name="Content Placeholder 2">
            <a:extLst>
              <a:ext uri="{FF2B5EF4-FFF2-40B4-BE49-F238E27FC236}">
                <a16:creationId xmlns:a16="http://schemas.microsoft.com/office/drawing/2014/main" id="{20038AE2-F2EF-FEA5-D6B4-5C539A25221E}"/>
              </a:ext>
            </a:extLst>
          </p:cNvPr>
          <p:cNvSpPr>
            <a:spLocks noGrp="1"/>
          </p:cNvSpPr>
          <p:nvPr>
            <p:ph idx="1"/>
          </p:nvPr>
        </p:nvSpPr>
        <p:spPr>
          <a:xfrm>
            <a:off x="1311274" y="2286000"/>
            <a:ext cx="4572000" cy="3962400"/>
          </a:xfrm>
        </p:spPr>
        <p:txBody>
          <a:bodyPr>
            <a:normAutofit/>
          </a:bodyPr>
          <a:lstStyle>
            <a:lvl1pPr marL="331470" indent="-28575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1pPr>
            <a:lvl2pPr marL="651510" indent="-28575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2pPr>
            <a:lvl3pPr marL="880110" indent="-28575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3pPr>
            <a:lvl4pPr marL="1062990" indent="-28575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4pPr>
            <a:lvl5pPr marL="1245870" indent="-285750">
              <a:lnSpc>
                <a:spcPct val="110000"/>
              </a:lnSpc>
              <a:buFont typeface="Arial" panose="020B0604020202020204" pitchFamily="34" charset="0"/>
              <a:buChar char="•"/>
              <a:defRPr sz="1800" kern="1200" dirty="0">
                <a:solidFill>
                  <a:schemeClr val="tx1">
                    <a:lumMod val="85000"/>
                    <a:lumOff val="15000"/>
                  </a:schemeClr>
                </a:solidFill>
                <a:latin typeface="+mn-lt"/>
                <a:ea typeface="+mn-lt"/>
                <a:cs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13" name="Content Placeholder 12">
            <a:extLst>
              <a:ext uri="{FF2B5EF4-FFF2-40B4-BE49-F238E27FC236}">
                <a16:creationId xmlns:a16="http://schemas.microsoft.com/office/drawing/2014/main" id="{120B2A3A-FF4C-298C-0165-DB61E8935F68}"/>
              </a:ext>
            </a:extLst>
          </p:cNvPr>
          <p:cNvSpPr>
            <a:spLocks noGrp="1"/>
          </p:cNvSpPr>
          <p:nvPr>
            <p:ph sz="quarter" idx="15"/>
          </p:nvPr>
        </p:nvSpPr>
        <p:spPr>
          <a:xfrm>
            <a:off x="6094413" y="2286000"/>
            <a:ext cx="5562600" cy="396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89328874"/>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and Table">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6C13E5D-0B96-580C-032F-0323F5B935D3}"/>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4" name="Title 1">
            <a:extLst>
              <a:ext uri="{FF2B5EF4-FFF2-40B4-BE49-F238E27FC236}">
                <a16:creationId xmlns:a16="http://schemas.microsoft.com/office/drawing/2014/main" id="{E33374C0-ECC0-0DB1-D167-0EF643B5A1E0}"/>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dirty="0"/>
              <a:t>Click to edit Master title style</a:t>
            </a:r>
            <a:endParaRPr dirty="0"/>
          </a:p>
        </p:txBody>
      </p:sp>
      <p:sp>
        <p:nvSpPr>
          <p:cNvPr id="3" name="Slide Number Placeholder 5">
            <a:extLst>
              <a:ext uri="{FF2B5EF4-FFF2-40B4-BE49-F238E27FC236}">
                <a16:creationId xmlns:a16="http://schemas.microsoft.com/office/drawing/2014/main" id="{FC465CD4-231A-6C85-3D9B-E21738DB5460}"/>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17" name="Footer Placeholder 4">
            <a:extLst>
              <a:ext uri="{FF2B5EF4-FFF2-40B4-BE49-F238E27FC236}">
                <a16:creationId xmlns:a16="http://schemas.microsoft.com/office/drawing/2014/main" id="{A583352B-64D3-C6FC-B554-91866CBEBCC2}"/>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6" name="Date Placeholder 3">
            <a:extLst>
              <a:ext uri="{FF2B5EF4-FFF2-40B4-BE49-F238E27FC236}">
                <a16:creationId xmlns:a16="http://schemas.microsoft.com/office/drawing/2014/main" id="{647C9D80-85BC-5E0B-E24A-6217CFE72A9F}"/>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12" name="Content Placeholder 2">
            <a:extLst>
              <a:ext uri="{FF2B5EF4-FFF2-40B4-BE49-F238E27FC236}">
                <a16:creationId xmlns:a16="http://schemas.microsoft.com/office/drawing/2014/main" id="{20038AE2-F2EF-FEA5-D6B4-5C539A25221E}"/>
              </a:ext>
            </a:extLst>
          </p:cNvPr>
          <p:cNvSpPr>
            <a:spLocks noGrp="1"/>
          </p:cNvSpPr>
          <p:nvPr>
            <p:ph idx="1"/>
          </p:nvPr>
        </p:nvSpPr>
        <p:spPr>
          <a:xfrm>
            <a:off x="1311274" y="2286000"/>
            <a:ext cx="4572000" cy="3962400"/>
          </a:xfrm>
        </p:spPr>
        <p:txBody>
          <a:bodyPr>
            <a:normAutofit/>
          </a:bodyPr>
          <a:lstStyle>
            <a:lvl1pPr marL="45720" indent="0">
              <a:lnSpc>
                <a:spcPct val="110000"/>
              </a:lnSpc>
              <a:buNone/>
              <a:defRPr lang="en-US" sz="1800" b="1" kern="1200" dirty="0">
                <a:solidFill>
                  <a:schemeClr val="tx1">
                    <a:lumMod val="85000"/>
                    <a:lumOff val="15000"/>
                  </a:schemeClr>
                </a:solidFill>
                <a:latin typeface="+mn-lt"/>
                <a:ea typeface="+mn-lt"/>
                <a:cs typeface="+mn-lt"/>
              </a:defRPr>
            </a:lvl1pPr>
            <a:lvl2pPr marL="331470" indent="-285750">
              <a:lnSpc>
                <a:spcPct val="110000"/>
              </a:lnSpc>
              <a:spcBef>
                <a:spcPts val="1800"/>
              </a:spcBef>
              <a:buFont typeface="Arial" panose="020B0604020202020204" pitchFamily="34" charset="0"/>
              <a:buChar char="•"/>
              <a:defRPr lang="en-US" sz="1800" kern="1200" dirty="0">
                <a:solidFill>
                  <a:schemeClr val="tx1">
                    <a:lumMod val="85000"/>
                    <a:lumOff val="15000"/>
                  </a:schemeClr>
                </a:solidFill>
                <a:latin typeface="+mn-lt"/>
                <a:ea typeface="+mn-lt"/>
                <a:cs typeface="+mn-lt"/>
              </a:defRPr>
            </a:lvl2pPr>
            <a:lvl3pPr marL="594360" indent="-22860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3pPr>
            <a:lvl4pPr marL="777240" indent="-22860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4pPr>
            <a:lvl5pPr marL="960120" indent="-228600">
              <a:lnSpc>
                <a:spcPct val="110000"/>
              </a:lnSpc>
              <a:buFont typeface="Arial" panose="020B0604020202020204" pitchFamily="34" charset="0"/>
              <a:buChar char="•"/>
              <a:defRPr sz="1800" kern="1200" dirty="0">
                <a:solidFill>
                  <a:schemeClr val="tx1">
                    <a:lumMod val="85000"/>
                    <a:lumOff val="15000"/>
                  </a:schemeClr>
                </a:solidFill>
                <a:latin typeface="+mn-lt"/>
                <a:ea typeface="+mn-lt"/>
                <a:cs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9" name="Table Placeholder 8">
            <a:extLst>
              <a:ext uri="{FF2B5EF4-FFF2-40B4-BE49-F238E27FC236}">
                <a16:creationId xmlns:a16="http://schemas.microsoft.com/office/drawing/2014/main" id="{6EA47FDD-142D-1BE6-8057-A6CC1A71222C}"/>
              </a:ext>
            </a:extLst>
          </p:cNvPr>
          <p:cNvSpPr>
            <a:spLocks noGrp="1"/>
          </p:cNvSpPr>
          <p:nvPr>
            <p:ph type="tbl" sz="quarter" idx="13"/>
          </p:nvPr>
        </p:nvSpPr>
        <p:spPr>
          <a:xfrm>
            <a:off x="6094413" y="2286000"/>
            <a:ext cx="5558794" cy="3962400"/>
          </a:xfrm>
        </p:spPr>
        <p:txBody>
          <a:bodyPr/>
          <a:lstStyle>
            <a:lvl1pPr marL="45720" indent="0">
              <a:buNone/>
              <a:defRPr/>
            </a:lvl1pPr>
          </a:lstStyle>
          <a:p>
            <a:endParaRPr lang="en-US" dirty="0"/>
          </a:p>
        </p:txBody>
      </p:sp>
    </p:spTree>
    <p:extLst>
      <p:ext uri="{BB962C8B-B14F-4D97-AF65-F5344CB8AC3E}">
        <p14:creationId xmlns:p14="http://schemas.microsoft.com/office/powerpoint/2010/main" val="2050394688"/>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p:bg>
      <p:bgRef idx="1001">
        <a:schemeClr val="bg1"/>
      </p:bgRef>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BE2E1990-ECE7-FA08-4966-BE3109399672}"/>
              </a:ext>
            </a:extLst>
          </p:cNvPr>
          <p:cNvSpPr/>
          <p:nvPr userDrawn="1"/>
        </p:nvSpPr>
        <p:spPr>
          <a:xfrm>
            <a:off x="7026044" y="0"/>
            <a:ext cx="4461334" cy="1981200"/>
          </a:xfrm>
          <a:custGeom>
            <a:avLst/>
            <a:gdLst>
              <a:gd name="connsiteX0" fmla="*/ 0 w 4461334"/>
              <a:gd name="connsiteY0" fmla="*/ 0 h 1981200"/>
              <a:gd name="connsiteX1" fmla="*/ 4461334 w 4461334"/>
              <a:gd name="connsiteY1" fmla="*/ 0 h 1981200"/>
              <a:gd name="connsiteX2" fmla="*/ 4432897 w 4461334"/>
              <a:gd name="connsiteY2" fmla="*/ 186331 h 1981200"/>
              <a:gd name="connsiteX3" fmla="*/ 2230667 w 4461334"/>
              <a:gd name="connsiteY3" fmla="*/ 1981200 h 1981200"/>
              <a:gd name="connsiteX4" fmla="*/ 28437 w 4461334"/>
              <a:gd name="connsiteY4" fmla="*/ 186331 h 1981200"/>
              <a:gd name="connsiteX5" fmla="*/ 0 w 4461334"/>
              <a:gd name="connsiteY5" fmla="*/ 0 h 1981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61334" h="1981200">
                <a:moveTo>
                  <a:pt x="0" y="0"/>
                </a:moveTo>
                <a:lnTo>
                  <a:pt x="4461334" y="0"/>
                </a:lnTo>
                <a:lnTo>
                  <a:pt x="4432897" y="186331"/>
                </a:lnTo>
                <a:cubicBezTo>
                  <a:pt x="4223288" y="1210661"/>
                  <a:pt x="3316962" y="1981200"/>
                  <a:pt x="2230667" y="1981200"/>
                </a:cubicBezTo>
                <a:cubicBezTo>
                  <a:pt x="1144372" y="1981200"/>
                  <a:pt x="238046" y="1210661"/>
                  <a:pt x="28437" y="186331"/>
                </a:cubicBezTo>
                <a:lnTo>
                  <a:pt x="0" y="0"/>
                </a:lnTo>
                <a:close/>
              </a:path>
            </a:pathLst>
          </a:cu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3" name="Rectangle 2">
            <a:extLst>
              <a:ext uri="{FF2B5EF4-FFF2-40B4-BE49-F238E27FC236}">
                <a16:creationId xmlns:a16="http://schemas.microsoft.com/office/drawing/2014/main" id="{BE1D9EB0-EE8E-A9E8-9583-2D924EFA65AF}"/>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7" name="Title 1">
            <a:extLst>
              <a:ext uri="{FF2B5EF4-FFF2-40B4-BE49-F238E27FC236}">
                <a16:creationId xmlns:a16="http://schemas.microsoft.com/office/drawing/2014/main" id="{FAC00260-F255-D312-3E7C-329EECDFDEE7}"/>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dirty="0"/>
              <a:t>Click to edit Master title style</a:t>
            </a:r>
            <a:endParaRPr dirty="0"/>
          </a:p>
        </p:txBody>
      </p:sp>
      <p:sp>
        <p:nvSpPr>
          <p:cNvPr id="6" name="Slide Number Placeholder 5">
            <a:extLst>
              <a:ext uri="{FF2B5EF4-FFF2-40B4-BE49-F238E27FC236}">
                <a16:creationId xmlns:a16="http://schemas.microsoft.com/office/drawing/2014/main" id="{3C9C7904-6373-06D6-713A-79D78DD61545}"/>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16" name="Footer Placeholder 4">
            <a:extLst>
              <a:ext uri="{FF2B5EF4-FFF2-40B4-BE49-F238E27FC236}">
                <a16:creationId xmlns:a16="http://schemas.microsoft.com/office/drawing/2014/main" id="{0583D396-7FDF-332F-BEA4-791452AB13E8}"/>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8" name="Date Placeholder 3">
            <a:extLst>
              <a:ext uri="{FF2B5EF4-FFF2-40B4-BE49-F238E27FC236}">
                <a16:creationId xmlns:a16="http://schemas.microsoft.com/office/drawing/2014/main" id="{157FA249-0BE5-21BF-D816-85FBE6C4BD10}"/>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4" name="Table Placeholder 3">
            <a:extLst>
              <a:ext uri="{FF2B5EF4-FFF2-40B4-BE49-F238E27FC236}">
                <a16:creationId xmlns:a16="http://schemas.microsoft.com/office/drawing/2014/main" id="{FD06F443-9595-7420-13F2-7AF883FDE5E1}"/>
              </a:ext>
            </a:extLst>
          </p:cNvPr>
          <p:cNvSpPr>
            <a:spLocks noGrp="1"/>
          </p:cNvSpPr>
          <p:nvPr>
            <p:ph type="tbl" sz="quarter" idx="14"/>
          </p:nvPr>
        </p:nvSpPr>
        <p:spPr>
          <a:xfrm>
            <a:off x="1293811" y="2743200"/>
            <a:ext cx="10134601" cy="3505200"/>
          </a:xfrm>
        </p:spPr>
        <p:txBody>
          <a:bodyPr/>
          <a:lstStyle>
            <a:lvl1pPr>
              <a:defRPr>
                <a:solidFill>
                  <a:schemeClr val="tx1">
                    <a:lumMod val="85000"/>
                    <a:lumOff val="15000"/>
                  </a:schemeClr>
                </a:solidFill>
              </a:defRPr>
            </a:lvl1pPr>
          </a:lstStyle>
          <a:p>
            <a:endParaRPr lang="en-US" dirty="0"/>
          </a:p>
        </p:txBody>
      </p:sp>
    </p:spTree>
    <p:extLst>
      <p:ext uri="{BB962C8B-B14F-4D97-AF65-F5344CB8AC3E}">
        <p14:creationId xmlns:p14="http://schemas.microsoft.com/office/powerpoint/2010/main" val="700917186"/>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1">
    <p:bg>
      <p:bgRef idx="1001">
        <a:schemeClr val="bg1"/>
      </p:bgRef>
    </p:bg>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B6A45E1A-7551-6F54-D038-074B58A3B73E}"/>
              </a:ext>
            </a:extLst>
          </p:cNvPr>
          <p:cNvSpPr/>
          <p:nvPr userDrawn="1"/>
        </p:nvSpPr>
        <p:spPr>
          <a:xfrm>
            <a:off x="7026044" y="0"/>
            <a:ext cx="4461334" cy="1981200"/>
          </a:xfrm>
          <a:custGeom>
            <a:avLst/>
            <a:gdLst>
              <a:gd name="connsiteX0" fmla="*/ 0 w 4461334"/>
              <a:gd name="connsiteY0" fmla="*/ 0 h 1981200"/>
              <a:gd name="connsiteX1" fmla="*/ 4461334 w 4461334"/>
              <a:gd name="connsiteY1" fmla="*/ 0 h 1981200"/>
              <a:gd name="connsiteX2" fmla="*/ 4432897 w 4461334"/>
              <a:gd name="connsiteY2" fmla="*/ 186331 h 1981200"/>
              <a:gd name="connsiteX3" fmla="*/ 2230667 w 4461334"/>
              <a:gd name="connsiteY3" fmla="*/ 1981200 h 1981200"/>
              <a:gd name="connsiteX4" fmla="*/ 28437 w 4461334"/>
              <a:gd name="connsiteY4" fmla="*/ 186331 h 1981200"/>
              <a:gd name="connsiteX5" fmla="*/ 0 w 4461334"/>
              <a:gd name="connsiteY5" fmla="*/ 0 h 1981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61334" h="1981200">
                <a:moveTo>
                  <a:pt x="0" y="0"/>
                </a:moveTo>
                <a:lnTo>
                  <a:pt x="4461334" y="0"/>
                </a:lnTo>
                <a:lnTo>
                  <a:pt x="4432897" y="186331"/>
                </a:lnTo>
                <a:cubicBezTo>
                  <a:pt x="4223288" y="1210661"/>
                  <a:pt x="3316962" y="1981200"/>
                  <a:pt x="2230667" y="1981200"/>
                </a:cubicBezTo>
                <a:cubicBezTo>
                  <a:pt x="1144372" y="1981200"/>
                  <a:pt x="238046" y="1210661"/>
                  <a:pt x="28437" y="186331"/>
                </a:cubicBezTo>
                <a:lnTo>
                  <a:pt x="0" y="0"/>
                </a:lnTo>
                <a:close/>
              </a:path>
            </a:pathLst>
          </a:cu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2" name="Rectangle 1">
            <a:extLst>
              <a:ext uri="{FF2B5EF4-FFF2-40B4-BE49-F238E27FC236}">
                <a16:creationId xmlns:a16="http://schemas.microsoft.com/office/drawing/2014/main" id="{F75C97BE-6AF8-5928-B560-739552D148BA}"/>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6" name="Cross 5">
            <a:extLst>
              <a:ext uri="{FF2B5EF4-FFF2-40B4-BE49-F238E27FC236}">
                <a16:creationId xmlns:a16="http://schemas.microsoft.com/office/drawing/2014/main" id="{049F4FA0-ECA1-9CE1-60CD-491656F225D3}"/>
              </a:ext>
            </a:extLst>
          </p:cNvPr>
          <p:cNvSpPr/>
          <p:nvPr userDrawn="1"/>
        </p:nvSpPr>
        <p:spPr>
          <a:xfrm>
            <a:off x="6683143" y="139700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7" name="Cross 6">
            <a:extLst>
              <a:ext uri="{FF2B5EF4-FFF2-40B4-BE49-F238E27FC236}">
                <a16:creationId xmlns:a16="http://schemas.microsoft.com/office/drawing/2014/main" id="{E0F6845B-3635-28EA-BA6E-5535FE48E8B0}"/>
              </a:ext>
            </a:extLst>
          </p:cNvPr>
          <p:cNvSpPr/>
          <p:nvPr userDrawn="1"/>
        </p:nvSpPr>
        <p:spPr>
          <a:xfrm>
            <a:off x="11085513" y="563880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11" name="Title 1">
            <a:extLst>
              <a:ext uri="{FF2B5EF4-FFF2-40B4-BE49-F238E27FC236}">
                <a16:creationId xmlns:a16="http://schemas.microsoft.com/office/drawing/2014/main" id="{D1B5BD44-F42D-3B65-BB68-E5C76C4E06BA}"/>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dirty="0"/>
              <a:t>Click to edit Master title style</a:t>
            </a:r>
            <a:endParaRPr dirty="0"/>
          </a:p>
        </p:txBody>
      </p:sp>
      <p:sp>
        <p:nvSpPr>
          <p:cNvPr id="9" name="Slide Number Placeholder 5">
            <a:extLst>
              <a:ext uri="{FF2B5EF4-FFF2-40B4-BE49-F238E27FC236}">
                <a16:creationId xmlns:a16="http://schemas.microsoft.com/office/drawing/2014/main" id="{E6F22956-4B4B-B972-CE6C-282D1D591845}"/>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24" name="Footer Placeholder 4">
            <a:extLst>
              <a:ext uri="{FF2B5EF4-FFF2-40B4-BE49-F238E27FC236}">
                <a16:creationId xmlns:a16="http://schemas.microsoft.com/office/drawing/2014/main" id="{C319E7A6-A7BC-1FD9-6936-D83244A4083E}"/>
              </a:ext>
            </a:extLst>
          </p:cNvPr>
          <p:cNvSpPr>
            <a:spLocks noGrp="1"/>
          </p:cNvSpPr>
          <p:nvPr>
            <p:ph type="ftr" sz="quarter" idx="17"/>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14" name="Date Placeholder 3">
            <a:extLst>
              <a:ext uri="{FF2B5EF4-FFF2-40B4-BE49-F238E27FC236}">
                <a16:creationId xmlns:a16="http://schemas.microsoft.com/office/drawing/2014/main" id="{2180FD49-43D5-4D47-7DA7-BF05B579F242}"/>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12" name="Content Placeholder 2">
            <a:extLst>
              <a:ext uri="{FF2B5EF4-FFF2-40B4-BE49-F238E27FC236}">
                <a16:creationId xmlns:a16="http://schemas.microsoft.com/office/drawing/2014/main" id="{F11B92F8-C070-2CE8-09EC-DAB8F879C213}"/>
              </a:ext>
            </a:extLst>
          </p:cNvPr>
          <p:cNvSpPr>
            <a:spLocks noGrp="1"/>
          </p:cNvSpPr>
          <p:nvPr>
            <p:ph idx="13"/>
          </p:nvPr>
        </p:nvSpPr>
        <p:spPr>
          <a:xfrm>
            <a:off x="1293812" y="2438400"/>
            <a:ext cx="4911725" cy="4114799"/>
          </a:xfrm>
        </p:spPr>
        <p:txBody>
          <a:bodyPr>
            <a:normAutofit/>
          </a:bodyPr>
          <a:lstStyle>
            <a:lvl1pPr>
              <a:lnSpc>
                <a:spcPct val="110000"/>
              </a:lnSpc>
              <a:defRPr lang="en-US" sz="1800" kern="1200" dirty="0">
                <a:solidFill>
                  <a:schemeClr val="tx1">
                    <a:lumMod val="85000"/>
                    <a:lumOff val="15000"/>
                  </a:schemeClr>
                </a:solidFill>
                <a:latin typeface="+mn-lt"/>
                <a:ea typeface="+mn-lt"/>
                <a:cs typeface="+mn-lt"/>
              </a:defRPr>
            </a:lvl1pPr>
            <a:lvl2pPr>
              <a:lnSpc>
                <a:spcPct val="110000"/>
              </a:lnSpc>
              <a:defRPr lang="en-US" sz="1800" kern="1200" dirty="0">
                <a:solidFill>
                  <a:schemeClr val="tx1">
                    <a:lumMod val="85000"/>
                    <a:lumOff val="15000"/>
                  </a:schemeClr>
                </a:solidFill>
                <a:latin typeface="+mn-lt"/>
                <a:ea typeface="+mn-lt"/>
                <a:cs typeface="+mn-lt"/>
              </a:defRPr>
            </a:lvl2pPr>
            <a:lvl3pPr>
              <a:lnSpc>
                <a:spcPct val="110000"/>
              </a:lnSpc>
              <a:defRPr lang="en-US" sz="1800" kern="1200" dirty="0">
                <a:solidFill>
                  <a:schemeClr val="tx1">
                    <a:lumMod val="85000"/>
                    <a:lumOff val="15000"/>
                  </a:schemeClr>
                </a:solidFill>
                <a:latin typeface="+mn-lt"/>
                <a:ea typeface="+mn-lt"/>
                <a:cs typeface="+mn-lt"/>
              </a:defRPr>
            </a:lvl3pPr>
            <a:lvl4pPr>
              <a:lnSpc>
                <a:spcPct val="110000"/>
              </a:lnSpc>
              <a:defRPr lang="en-US" sz="1800" kern="1200" dirty="0">
                <a:solidFill>
                  <a:schemeClr val="tx1">
                    <a:lumMod val="85000"/>
                    <a:lumOff val="15000"/>
                  </a:schemeClr>
                </a:solidFill>
                <a:latin typeface="+mn-lt"/>
                <a:ea typeface="+mn-lt"/>
                <a:cs typeface="+mn-lt"/>
              </a:defRPr>
            </a:lvl4pPr>
            <a:lvl5pPr>
              <a:lnSpc>
                <a:spcPct val="110000"/>
              </a:lnSpc>
              <a:defRPr sz="1800" kern="1200" dirty="0">
                <a:solidFill>
                  <a:schemeClr val="tx1">
                    <a:lumMod val="85000"/>
                    <a:lumOff val="15000"/>
                  </a:schemeClr>
                </a:solidFill>
                <a:latin typeface="+mn-lt"/>
                <a:ea typeface="+mn-lt"/>
                <a:cs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13" name="Content Placeholder 2">
            <a:extLst>
              <a:ext uri="{FF2B5EF4-FFF2-40B4-BE49-F238E27FC236}">
                <a16:creationId xmlns:a16="http://schemas.microsoft.com/office/drawing/2014/main" id="{7A79808F-B1FF-C536-B44F-59CEA545BFD5}"/>
              </a:ext>
            </a:extLst>
          </p:cNvPr>
          <p:cNvSpPr>
            <a:spLocks noGrp="1"/>
          </p:cNvSpPr>
          <p:nvPr>
            <p:ph idx="14"/>
          </p:nvPr>
        </p:nvSpPr>
        <p:spPr>
          <a:xfrm>
            <a:off x="6516689" y="2438400"/>
            <a:ext cx="4911725" cy="4114799"/>
          </a:xfrm>
        </p:spPr>
        <p:txBody>
          <a:bodyPr>
            <a:normAutofit/>
          </a:bodyPr>
          <a:lstStyle>
            <a:lvl1pPr>
              <a:lnSpc>
                <a:spcPct val="110000"/>
              </a:lnSpc>
              <a:defRPr lang="en-US" sz="1800" kern="1200" dirty="0">
                <a:solidFill>
                  <a:schemeClr val="tx1">
                    <a:lumMod val="85000"/>
                    <a:lumOff val="15000"/>
                  </a:schemeClr>
                </a:solidFill>
                <a:latin typeface="+mn-lt"/>
                <a:ea typeface="+mn-lt"/>
                <a:cs typeface="+mn-lt"/>
              </a:defRPr>
            </a:lvl1pPr>
            <a:lvl2pPr>
              <a:lnSpc>
                <a:spcPct val="110000"/>
              </a:lnSpc>
              <a:defRPr lang="en-US" sz="1800" kern="1200" dirty="0">
                <a:solidFill>
                  <a:schemeClr val="tx1">
                    <a:lumMod val="85000"/>
                    <a:lumOff val="15000"/>
                  </a:schemeClr>
                </a:solidFill>
                <a:latin typeface="+mn-lt"/>
                <a:ea typeface="+mn-lt"/>
                <a:cs typeface="+mn-lt"/>
              </a:defRPr>
            </a:lvl2pPr>
            <a:lvl3pPr>
              <a:lnSpc>
                <a:spcPct val="110000"/>
              </a:lnSpc>
              <a:defRPr lang="en-US" sz="1800" kern="1200" dirty="0">
                <a:solidFill>
                  <a:schemeClr val="tx1">
                    <a:lumMod val="85000"/>
                    <a:lumOff val="15000"/>
                  </a:schemeClr>
                </a:solidFill>
                <a:latin typeface="+mn-lt"/>
                <a:ea typeface="+mn-lt"/>
                <a:cs typeface="+mn-lt"/>
              </a:defRPr>
            </a:lvl3pPr>
            <a:lvl4pPr>
              <a:lnSpc>
                <a:spcPct val="110000"/>
              </a:lnSpc>
              <a:defRPr lang="en-US" sz="1800" kern="1200" dirty="0">
                <a:solidFill>
                  <a:schemeClr val="tx1">
                    <a:lumMod val="85000"/>
                    <a:lumOff val="15000"/>
                  </a:schemeClr>
                </a:solidFill>
                <a:latin typeface="+mn-lt"/>
                <a:ea typeface="+mn-lt"/>
                <a:cs typeface="+mn-lt"/>
              </a:defRPr>
            </a:lvl4pPr>
            <a:lvl5pPr>
              <a:lnSpc>
                <a:spcPct val="110000"/>
              </a:lnSpc>
              <a:defRPr sz="1800" kern="1200" dirty="0">
                <a:solidFill>
                  <a:schemeClr val="tx1">
                    <a:lumMod val="85000"/>
                    <a:lumOff val="15000"/>
                  </a:schemeClr>
                </a:solidFill>
                <a:latin typeface="+mn-lt"/>
                <a:ea typeface="+mn-lt"/>
                <a:cs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3301549117"/>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2">
    <p:bg>
      <p:bgRef idx="1001">
        <a:schemeClr val="bg1"/>
      </p:bgRef>
    </p:bg>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B09E2F69-D76D-62CD-4B4B-52AB2F720DE4}"/>
              </a:ext>
            </a:extLst>
          </p:cNvPr>
          <p:cNvSpPr/>
          <p:nvPr userDrawn="1"/>
        </p:nvSpPr>
        <p:spPr>
          <a:xfrm>
            <a:off x="9958158" y="0"/>
            <a:ext cx="2230666" cy="1981200"/>
          </a:xfrm>
          <a:custGeom>
            <a:avLst/>
            <a:gdLst>
              <a:gd name="connsiteX0" fmla="*/ 0 w 2230666"/>
              <a:gd name="connsiteY0" fmla="*/ 0 h 1981200"/>
              <a:gd name="connsiteX1" fmla="*/ 2230666 w 2230666"/>
              <a:gd name="connsiteY1" fmla="*/ 0 h 1981200"/>
              <a:gd name="connsiteX2" fmla="*/ 2230666 w 2230666"/>
              <a:gd name="connsiteY2" fmla="*/ 1981200 h 1981200"/>
              <a:gd name="connsiteX3" fmla="*/ 2029222 w 2230666"/>
              <a:gd name="connsiteY3" fmla="*/ 1972296 h 1981200"/>
              <a:gd name="connsiteX4" fmla="*/ 28437 w 2230666"/>
              <a:gd name="connsiteY4" fmla="*/ 186331 h 198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0666" h="1981200">
                <a:moveTo>
                  <a:pt x="0" y="0"/>
                </a:moveTo>
                <a:lnTo>
                  <a:pt x="2230666" y="0"/>
                </a:lnTo>
                <a:lnTo>
                  <a:pt x="2230666" y="1981200"/>
                </a:lnTo>
                <a:lnTo>
                  <a:pt x="2029222" y="1972296"/>
                </a:lnTo>
                <a:cubicBezTo>
                  <a:pt x="1033803" y="1883891"/>
                  <a:pt x="224946" y="1146640"/>
                  <a:pt x="28437" y="186331"/>
                </a:cubicBezTo>
                <a:close/>
              </a:path>
            </a:pathLst>
          </a:cu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wrap="square" rtlCol="0" anchor="ctr">
            <a:noAutofit/>
          </a:bodyPr>
          <a:lstStyle/>
          <a:p>
            <a:pPr lvl="0" algn="ctr"/>
            <a:endParaRPr lang="en-US" dirty="0"/>
          </a:p>
        </p:txBody>
      </p:sp>
      <p:sp>
        <p:nvSpPr>
          <p:cNvPr id="2" name="Rectangle 1">
            <a:extLst>
              <a:ext uri="{FF2B5EF4-FFF2-40B4-BE49-F238E27FC236}">
                <a16:creationId xmlns:a16="http://schemas.microsoft.com/office/drawing/2014/main" id="{F75C97BE-6AF8-5928-B560-739552D148BA}"/>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3" name="Cross 2">
            <a:extLst>
              <a:ext uri="{FF2B5EF4-FFF2-40B4-BE49-F238E27FC236}">
                <a16:creationId xmlns:a16="http://schemas.microsoft.com/office/drawing/2014/main" id="{A0041296-BAB4-9340-D4A7-59FD619AC52B}"/>
              </a:ext>
            </a:extLst>
          </p:cNvPr>
          <p:cNvSpPr/>
          <p:nvPr userDrawn="1"/>
        </p:nvSpPr>
        <p:spPr>
          <a:xfrm>
            <a:off x="7847012" y="38100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5" name="Cross 4">
            <a:extLst>
              <a:ext uri="{FF2B5EF4-FFF2-40B4-BE49-F238E27FC236}">
                <a16:creationId xmlns:a16="http://schemas.microsoft.com/office/drawing/2014/main" id="{FFABB0BB-C379-786D-46F1-DEB6A507EA80}"/>
              </a:ext>
            </a:extLst>
          </p:cNvPr>
          <p:cNvSpPr/>
          <p:nvPr userDrawn="1"/>
        </p:nvSpPr>
        <p:spPr>
          <a:xfrm>
            <a:off x="8559685" y="106680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11" name="Title 1">
            <a:extLst>
              <a:ext uri="{FF2B5EF4-FFF2-40B4-BE49-F238E27FC236}">
                <a16:creationId xmlns:a16="http://schemas.microsoft.com/office/drawing/2014/main" id="{20BDC478-129E-9690-F10A-A1F679ABD6BD}"/>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dirty="0"/>
              <a:t>Click to edit Master title style</a:t>
            </a:r>
            <a:endParaRPr dirty="0"/>
          </a:p>
        </p:txBody>
      </p:sp>
      <p:sp>
        <p:nvSpPr>
          <p:cNvPr id="9" name="Slide Number Placeholder 5">
            <a:extLst>
              <a:ext uri="{FF2B5EF4-FFF2-40B4-BE49-F238E27FC236}">
                <a16:creationId xmlns:a16="http://schemas.microsoft.com/office/drawing/2014/main" id="{7BD29393-4996-16FE-FC38-2447AE812AD1}"/>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25" name="Footer Placeholder 4">
            <a:extLst>
              <a:ext uri="{FF2B5EF4-FFF2-40B4-BE49-F238E27FC236}">
                <a16:creationId xmlns:a16="http://schemas.microsoft.com/office/drawing/2014/main" id="{2FB2C37F-01F4-8BDA-35AA-8F8EBC5540A6}"/>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14" name="Date Placeholder 3">
            <a:extLst>
              <a:ext uri="{FF2B5EF4-FFF2-40B4-BE49-F238E27FC236}">
                <a16:creationId xmlns:a16="http://schemas.microsoft.com/office/drawing/2014/main" id="{EF45931A-8732-7A9F-4CEE-22AA3831A489}"/>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12" name="Content Placeholder 2">
            <a:extLst>
              <a:ext uri="{FF2B5EF4-FFF2-40B4-BE49-F238E27FC236}">
                <a16:creationId xmlns:a16="http://schemas.microsoft.com/office/drawing/2014/main" id="{F11B92F8-C070-2CE8-09EC-DAB8F879C213}"/>
              </a:ext>
            </a:extLst>
          </p:cNvPr>
          <p:cNvSpPr>
            <a:spLocks noGrp="1"/>
          </p:cNvSpPr>
          <p:nvPr>
            <p:ph idx="13"/>
          </p:nvPr>
        </p:nvSpPr>
        <p:spPr>
          <a:xfrm>
            <a:off x="1293812" y="2286000"/>
            <a:ext cx="4911725" cy="4267200"/>
          </a:xfrm>
        </p:spPr>
        <p:txBody>
          <a:bodyPr>
            <a:normAutofit/>
          </a:bodyPr>
          <a:lstStyle>
            <a:lvl1pPr marL="45720" indent="0">
              <a:lnSpc>
                <a:spcPct val="110000"/>
              </a:lnSpc>
              <a:buNone/>
              <a:defRPr lang="en-US" sz="1800" kern="1200" dirty="0">
                <a:solidFill>
                  <a:schemeClr val="tx1">
                    <a:lumMod val="85000"/>
                    <a:lumOff val="15000"/>
                  </a:schemeClr>
                </a:solidFill>
                <a:latin typeface="+mn-lt"/>
                <a:ea typeface="+mn-lt"/>
                <a:cs typeface="+mn-lt"/>
              </a:defRPr>
            </a:lvl1pPr>
            <a:lvl2pPr marL="365760" indent="0">
              <a:lnSpc>
                <a:spcPct val="110000"/>
              </a:lnSpc>
              <a:buNone/>
              <a:defRPr lang="en-US" sz="1800" kern="1200" dirty="0">
                <a:solidFill>
                  <a:schemeClr val="tx1">
                    <a:lumMod val="85000"/>
                    <a:lumOff val="15000"/>
                  </a:schemeClr>
                </a:solidFill>
                <a:latin typeface="+mn-lt"/>
                <a:ea typeface="+mn-lt"/>
                <a:cs typeface="+mn-lt"/>
              </a:defRPr>
            </a:lvl2pPr>
            <a:lvl3pPr marL="594360" indent="0">
              <a:lnSpc>
                <a:spcPct val="110000"/>
              </a:lnSpc>
              <a:buNone/>
              <a:defRPr lang="en-US" sz="1800" kern="1200" dirty="0">
                <a:solidFill>
                  <a:schemeClr val="tx1">
                    <a:lumMod val="85000"/>
                    <a:lumOff val="15000"/>
                  </a:schemeClr>
                </a:solidFill>
                <a:latin typeface="+mn-lt"/>
                <a:ea typeface="+mn-lt"/>
                <a:cs typeface="+mn-lt"/>
              </a:defRPr>
            </a:lvl3pPr>
            <a:lvl4pPr marL="777240" indent="0">
              <a:lnSpc>
                <a:spcPct val="110000"/>
              </a:lnSpc>
              <a:buNone/>
              <a:defRPr lang="en-US" sz="1800" kern="1200" dirty="0">
                <a:solidFill>
                  <a:schemeClr val="tx1">
                    <a:lumMod val="85000"/>
                    <a:lumOff val="15000"/>
                  </a:schemeClr>
                </a:solidFill>
                <a:latin typeface="+mn-lt"/>
                <a:ea typeface="+mn-lt"/>
                <a:cs typeface="+mn-lt"/>
              </a:defRPr>
            </a:lvl4pPr>
            <a:lvl5pPr marL="960120" indent="0">
              <a:lnSpc>
                <a:spcPct val="110000"/>
              </a:lnSpc>
              <a:buNone/>
              <a:defRPr sz="1800" kern="1200" dirty="0">
                <a:solidFill>
                  <a:schemeClr val="tx1">
                    <a:lumMod val="85000"/>
                    <a:lumOff val="15000"/>
                  </a:schemeClr>
                </a:solidFill>
                <a:latin typeface="+mn-lt"/>
                <a:ea typeface="+mn-lt"/>
                <a:cs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13" name="Content Placeholder 2">
            <a:extLst>
              <a:ext uri="{FF2B5EF4-FFF2-40B4-BE49-F238E27FC236}">
                <a16:creationId xmlns:a16="http://schemas.microsoft.com/office/drawing/2014/main" id="{7A79808F-B1FF-C536-B44F-59CEA545BFD5}"/>
              </a:ext>
            </a:extLst>
          </p:cNvPr>
          <p:cNvSpPr>
            <a:spLocks noGrp="1"/>
          </p:cNvSpPr>
          <p:nvPr>
            <p:ph idx="14"/>
          </p:nvPr>
        </p:nvSpPr>
        <p:spPr>
          <a:xfrm>
            <a:off x="6516689" y="2286000"/>
            <a:ext cx="4911725" cy="4267200"/>
          </a:xfrm>
        </p:spPr>
        <p:txBody>
          <a:bodyPr>
            <a:normAutofit/>
          </a:bodyPr>
          <a:lstStyle>
            <a:lvl1pPr>
              <a:lnSpc>
                <a:spcPct val="110000"/>
              </a:lnSpc>
              <a:defRPr lang="en-US" sz="1800" kern="1200" dirty="0">
                <a:solidFill>
                  <a:schemeClr val="tx1">
                    <a:lumMod val="85000"/>
                    <a:lumOff val="15000"/>
                  </a:schemeClr>
                </a:solidFill>
                <a:latin typeface="+mn-lt"/>
                <a:ea typeface="+mn-lt"/>
                <a:cs typeface="+mn-lt"/>
              </a:defRPr>
            </a:lvl1pPr>
            <a:lvl2pPr>
              <a:lnSpc>
                <a:spcPct val="110000"/>
              </a:lnSpc>
              <a:defRPr lang="en-US" sz="1800" kern="1200" dirty="0">
                <a:solidFill>
                  <a:schemeClr val="tx1">
                    <a:lumMod val="85000"/>
                    <a:lumOff val="15000"/>
                  </a:schemeClr>
                </a:solidFill>
                <a:latin typeface="+mn-lt"/>
                <a:ea typeface="+mn-lt"/>
                <a:cs typeface="+mn-lt"/>
              </a:defRPr>
            </a:lvl2pPr>
            <a:lvl3pPr>
              <a:lnSpc>
                <a:spcPct val="110000"/>
              </a:lnSpc>
              <a:defRPr lang="en-US" sz="1800" kern="1200" dirty="0">
                <a:solidFill>
                  <a:schemeClr val="tx1">
                    <a:lumMod val="85000"/>
                    <a:lumOff val="15000"/>
                  </a:schemeClr>
                </a:solidFill>
                <a:latin typeface="+mn-lt"/>
                <a:ea typeface="+mn-lt"/>
                <a:cs typeface="+mn-lt"/>
              </a:defRPr>
            </a:lvl3pPr>
            <a:lvl4pPr>
              <a:lnSpc>
                <a:spcPct val="110000"/>
              </a:lnSpc>
              <a:defRPr lang="en-US" sz="1800" kern="1200" dirty="0">
                <a:solidFill>
                  <a:schemeClr val="tx1">
                    <a:lumMod val="85000"/>
                    <a:lumOff val="15000"/>
                  </a:schemeClr>
                </a:solidFill>
                <a:latin typeface="+mn-lt"/>
                <a:ea typeface="+mn-lt"/>
                <a:cs typeface="+mn-lt"/>
              </a:defRPr>
            </a:lvl4pPr>
            <a:lvl5pPr>
              <a:lnSpc>
                <a:spcPct val="110000"/>
              </a:lnSpc>
              <a:defRPr sz="1800" kern="1200" dirty="0">
                <a:solidFill>
                  <a:schemeClr val="tx1">
                    <a:lumMod val="85000"/>
                    <a:lumOff val="15000"/>
                  </a:schemeClr>
                </a:solidFill>
                <a:latin typeface="+mn-lt"/>
                <a:ea typeface="+mn-lt"/>
                <a:cs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3325429414"/>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gradFill>
          <a:gsLst>
            <a:gs pos="0">
              <a:schemeClr val="accent2">
                <a:lumMod val="110000"/>
                <a:satMod val="105000"/>
                <a:tint val="67000"/>
                <a:alpha val="0"/>
              </a:schemeClr>
            </a:gs>
            <a:gs pos="100000">
              <a:schemeClr val="bg2"/>
            </a:gs>
          </a:gsLst>
          <a:lin ang="5400000" scaled="0"/>
        </a:gra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55FB068A-9EE1-FCD9-54F9-D1322A68868B}"/>
              </a:ext>
            </a:extLst>
          </p:cNvPr>
          <p:cNvSpPr/>
          <p:nvPr userDrawn="1"/>
        </p:nvSpPr>
        <p:spPr>
          <a:xfrm>
            <a:off x="2132012" y="0"/>
            <a:ext cx="7924800" cy="6858000"/>
          </a:xfrm>
          <a:custGeom>
            <a:avLst/>
            <a:gdLst>
              <a:gd name="connsiteX0" fmla="*/ 1982890 w 7924800"/>
              <a:gd name="connsiteY0" fmla="*/ 0 h 6858000"/>
              <a:gd name="connsiteX1" fmla="*/ 5941911 w 7924800"/>
              <a:gd name="connsiteY1" fmla="*/ 0 h 6858000"/>
              <a:gd name="connsiteX2" fmla="*/ 6177816 w 7924800"/>
              <a:gd name="connsiteY2" fmla="*/ 143316 h 6858000"/>
              <a:gd name="connsiteX3" fmla="*/ 7924800 w 7924800"/>
              <a:gd name="connsiteY3" fmla="*/ 3429000 h 6858000"/>
              <a:gd name="connsiteX4" fmla="*/ 6017049 w 7924800"/>
              <a:gd name="connsiteY4" fmla="*/ 6817750 h 6858000"/>
              <a:gd name="connsiteX5" fmla="*/ 5947047 w 7924800"/>
              <a:gd name="connsiteY5" fmla="*/ 6858000 h 6858000"/>
              <a:gd name="connsiteX6" fmla="*/ 1977753 w 7924800"/>
              <a:gd name="connsiteY6" fmla="*/ 6858000 h 6858000"/>
              <a:gd name="connsiteX7" fmla="*/ 1907752 w 7924800"/>
              <a:gd name="connsiteY7" fmla="*/ 6817750 h 6858000"/>
              <a:gd name="connsiteX8" fmla="*/ 0 w 7924800"/>
              <a:gd name="connsiteY8" fmla="*/ 3429000 h 6858000"/>
              <a:gd name="connsiteX9" fmla="*/ 1746985 w 7924800"/>
              <a:gd name="connsiteY9" fmla="*/ 1433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24800" h="6858000">
                <a:moveTo>
                  <a:pt x="1982890" y="0"/>
                </a:moveTo>
                <a:lnTo>
                  <a:pt x="5941911" y="0"/>
                </a:lnTo>
                <a:lnTo>
                  <a:pt x="6177816" y="143316"/>
                </a:lnTo>
                <a:cubicBezTo>
                  <a:pt x="7231821" y="855388"/>
                  <a:pt x="7924800" y="2061267"/>
                  <a:pt x="7924800" y="3429000"/>
                </a:cubicBezTo>
                <a:cubicBezTo>
                  <a:pt x="7924800" y="4865120"/>
                  <a:pt x="7160790" y="6122796"/>
                  <a:pt x="6017049" y="6817750"/>
                </a:cubicBezTo>
                <a:lnTo>
                  <a:pt x="5947047" y="6858000"/>
                </a:lnTo>
                <a:lnTo>
                  <a:pt x="1977753" y="6858000"/>
                </a:lnTo>
                <a:lnTo>
                  <a:pt x="1907752" y="6817750"/>
                </a:lnTo>
                <a:cubicBezTo>
                  <a:pt x="764010" y="6122796"/>
                  <a:pt x="0" y="4865120"/>
                  <a:pt x="0" y="3429000"/>
                </a:cubicBezTo>
                <a:cubicBezTo>
                  <a:pt x="0" y="2061267"/>
                  <a:pt x="692980" y="855388"/>
                  <a:pt x="1746985" y="143316"/>
                </a:cubicBezTo>
                <a:close/>
              </a:path>
            </a:pathLst>
          </a:custGeom>
          <a:gradFill>
            <a:gsLst>
              <a:gs pos="0">
                <a:schemeClr val="bg1"/>
              </a:gs>
              <a:gs pos="100000">
                <a:schemeClr val="bg1">
                  <a:alpha val="0"/>
                </a:schemeClr>
              </a:gs>
            </a:gsLst>
          </a:gradFill>
          <a:ln>
            <a:noFill/>
          </a:ln>
        </p:spPr>
        <p:style>
          <a:lnRef idx="1">
            <a:schemeClr val="accent2"/>
          </a:lnRef>
          <a:fillRef idx="2">
            <a:schemeClr val="accent2"/>
          </a:fillRef>
          <a:effectRef idx="1">
            <a:schemeClr val="accent2"/>
          </a:effectRef>
          <a:fontRef idx="minor">
            <a:schemeClr val="dk1"/>
          </a:fontRef>
        </p:style>
        <p:txBody>
          <a:bodyPr wrap="square" rtlCol="0" anchor="ctr">
            <a:noAutofit/>
          </a:bodyPr>
          <a:lstStyle/>
          <a:p>
            <a:pPr algn="ctr"/>
            <a:endParaRPr lang="en-US" dirty="0"/>
          </a:p>
        </p:txBody>
      </p:sp>
      <p:sp>
        <p:nvSpPr>
          <p:cNvPr id="8" name="Left Brace 7">
            <a:extLst>
              <a:ext uri="{FF2B5EF4-FFF2-40B4-BE49-F238E27FC236}">
                <a16:creationId xmlns:a16="http://schemas.microsoft.com/office/drawing/2014/main" id="{6A409372-199C-2F3B-65CD-ADC2E45B43B7}"/>
              </a:ext>
            </a:extLst>
          </p:cNvPr>
          <p:cNvSpPr/>
          <p:nvPr userDrawn="1"/>
        </p:nvSpPr>
        <p:spPr>
          <a:xfrm>
            <a:off x="5561012" y="2022021"/>
            <a:ext cx="838200" cy="2813960"/>
          </a:xfrm>
          <a:prstGeom prst="leftBrace">
            <a:avLst>
              <a:gd name="adj1" fmla="val 34932"/>
              <a:gd name="adj2" fmla="val 50000"/>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Title 1">
            <a:extLst>
              <a:ext uri="{FF2B5EF4-FFF2-40B4-BE49-F238E27FC236}">
                <a16:creationId xmlns:a16="http://schemas.microsoft.com/office/drawing/2014/main" id="{C47599E9-7877-89FF-8C57-FEF4C3C864DD}"/>
              </a:ext>
            </a:extLst>
          </p:cNvPr>
          <p:cNvSpPr>
            <a:spLocks noGrp="1"/>
          </p:cNvSpPr>
          <p:nvPr>
            <p:ph type="title"/>
          </p:nvPr>
        </p:nvSpPr>
        <p:spPr>
          <a:xfrm>
            <a:off x="531812" y="495300"/>
            <a:ext cx="4572000" cy="5867400"/>
          </a:xfrm>
        </p:spPr>
        <p:txBody>
          <a:bodyPr anchor="ctr">
            <a:normAutofit/>
          </a:bodyPr>
          <a:lstStyle>
            <a:lvl1pPr marL="0" indent="0" algn="r">
              <a:lnSpc>
                <a:spcPct val="110000"/>
              </a:lnSpc>
              <a:defRPr sz="4800"/>
            </a:lvl1pPr>
          </a:lstStyle>
          <a:p>
            <a:r>
              <a:rPr lang="en-US" dirty="0"/>
              <a:t>Click to edit Master title style</a:t>
            </a:r>
            <a:endParaRPr dirty="0"/>
          </a:p>
        </p:txBody>
      </p:sp>
      <p:sp>
        <p:nvSpPr>
          <p:cNvPr id="4" name="Text Placeholder 10">
            <a:extLst>
              <a:ext uri="{FF2B5EF4-FFF2-40B4-BE49-F238E27FC236}">
                <a16:creationId xmlns:a16="http://schemas.microsoft.com/office/drawing/2014/main" id="{22A2F27B-8DDF-057C-B969-50B4B8C3D2AF}"/>
              </a:ext>
            </a:extLst>
          </p:cNvPr>
          <p:cNvSpPr>
            <a:spLocks noGrp="1"/>
          </p:cNvSpPr>
          <p:nvPr>
            <p:ph type="body" sz="quarter" idx="14"/>
          </p:nvPr>
        </p:nvSpPr>
        <p:spPr>
          <a:xfrm>
            <a:off x="6768305" y="2247900"/>
            <a:ext cx="4443413" cy="2400300"/>
          </a:xfrm>
        </p:spPr>
        <p:txBody>
          <a:bodyPr anchor="ctr">
            <a:norm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smtClean="0">
                <a:solidFill>
                  <a:schemeClr val="tx1">
                    <a:lumMod val="85000"/>
                    <a:lumOff val="15000"/>
                  </a:schemeClr>
                </a:solidFill>
                <a:latin typeface="+mn-lt"/>
                <a:ea typeface="+mn-ea"/>
                <a:cs typeface="+mn-cs"/>
              </a:defRPr>
            </a:lvl1pPr>
            <a:lvl2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smtClean="0">
                <a:solidFill>
                  <a:schemeClr val="tx1">
                    <a:lumMod val="85000"/>
                    <a:lumOff val="15000"/>
                  </a:schemeClr>
                </a:solidFill>
                <a:latin typeface="+mn-lt"/>
                <a:ea typeface="+mn-ea"/>
                <a:cs typeface="+mn-cs"/>
              </a:defRPr>
            </a:lvl2pPr>
            <a:lvl3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smtClean="0">
                <a:solidFill>
                  <a:schemeClr val="tx1">
                    <a:lumMod val="85000"/>
                    <a:lumOff val="15000"/>
                  </a:schemeClr>
                </a:solidFill>
                <a:latin typeface="+mn-lt"/>
                <a:ea typeface="+mn-ea"/>
                <a:cs typeface="+mn-cs"/>
              </a:defRPr>
            </a:lvl3pPr>
            <a:lvl4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smtClean="0">
                <a:solidFill>
                  <a:schemeClr val="tx1">
                    <a:lumMod val="85000"/>
                    <a:lumOff val="15000"/>
                  </a:schemeClr>
                </a:solidFill>
                <a:latin typeface="+mn-lt"/>
                <a:ea typeface="+mn-ea"/>
                <a:cs typeface="+mn-cs"/>
              </a:defRPr>
            </a:lvl4pPr>
            <a:lvl5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a:solidFill>
                  <a:schemeClr val="tx1">
                    <a:lumMod val="85000"/>
                    <a:lumOff val="15000"/>
                  </a:schemeClr>
                </a:solidFill>
                <a:latin typeface="+mn-lt"/>
                <a:ea typeface="+mn-ea"/>
                <a:cs typeface="+mn-c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53367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auto">
          <a:xfrm>
            <a:off x="1065212" y="533400"/>
            <a:ext cx="8686801" cy="1066800"/>
          </a:xfrm>
          <a:prstGeom prst="rect">
            <a:avLst/>
          </a:prstGeom>
        </p:spPr>
        <p:txBody>
          <a:bodyPr vert="horz" lIns="91440" tIns="45720" rIns="91440" bIns="45720" rtlCol="0" anchor="b">
            <a:normAutofit/>
          </a:bodyPr>
          <a:lstStyle/>
          <a:p>
            <a:r>
              <a:rPr lang="en-US"/>
              <a:t>Click to edit Master title style</a:t>
            </a:r>
            <a:endParaRPr dirty="0"/>
          </a:p>
        </p:txBody>
      </p:sp>
      <p:sp>
        <p:nvSpPr>
          <p:cNvPr id="3" name="Text Placeholder 2"/>
          <p:cNvSpPr>
            <a:spLocks noGrp="1"/>
          </p:cNvSpPr>
          <p:nvPr>
            <p:ph type="body" idx="1"/>
          </p:nvPr>
        </p:nvSpPr>
        <p:spPr>
          <a:xfrm>
            <a:off x="1065212" y="1828800"/>
            <a:ext cx="8686801" cy="41910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Footer Placeholder 4"/>
          <p:cNvSpPr>
            <a:spLocks noGrp="1"/>
          </p:cNvSpPr>
          <p:nvPr>
            <p:ph type="ftr" sz="quarter" idx="3"/>
          </p:nvPr>
        </p:nvSpPr>
        <p:spPr>
          <a:xfrm>
            <a:off x="1065213" y="6155267"/>
            <a:ext cx="5653087" cy="273049"/>
          </a:xfrm>
          <a:prstGeom prst="rect">
            <a:avLst/>
          </a:prstGeom>
        </p:spPr>
        <p:txBody>
          <a:bodyPr vert="horz" lIns="91440" tIns="45720" rIns="91440" bIns="45720" rtlCol="0" anchor="ctr"/>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932612" y="6155267"/>
            <a:ext cx="1371600" cy="273049"/>
          </a:xfrm>
          <a:prstGeom prst="rect">
            <a:avLst/>
          </a:prstGeom>
        </p:spPr>
        <p:txBody>
          <a:bodyPr vert="horz" lIns="91440" tIns="45720" rIns="91440" bIns="45720" rtlCol="0" anchor="ctr"/>
          <a:lstStyle>
            <a:lvl1pPr algn="r">
              <a:defRPr sz="1100">
                <a:solidFill>
                  <a:schemeClr val="tx1"/>
                </a:solidFill>
              </a:defRPr>
            </a:lvl1pPr>
          </a:lstStyle>
          <a:p>
            <a:endParaRPr lang="en-US" dirty="0"/>
          </a:p>
        </p:txBody>
      </p:sp>
      <p:sp>
        <p:nvSpPr>
          <p:cNvPr id="6" name="Slide Number Placeholder 5"/>
          <p:cNvSpPr>
            <a:spLocks noGrp="1"/>
          </p:cNvSpPr>
          <p:nvPr>
            <p:ph type="sldNum" sz="quarter" idx="4"/>
          </p:nvPr>
        </p:nvSpPr>
        <p:spPr>
          <a:xfrm>
            <a:off x="8532812" y="6155267"/>
            <a:ext cx="1219201" cy="273049"/>
          </a:xfrm>
          <a:prstGeom prst="rect">
            <a:avLst/>
          </a:prstGeom>
        </p:spPr>
        <p:txBody>
          <a:bodyPr vert="horz" lIns="91440" tIns="45720" rIns="91440" bIns="45720" rtlCol="0" anchor="ctr"/>
          <a:lstStyle>
            <a:lvl1pPr algn="r">
              <a:defRPr sz="1100">
                <a:solidFill>
                  <a:schemeClr val="tx1"/>
                </a:solidFill>
              </a:defRPr>
            </a:lvl1pPr>
          </a:lstStyle>
          <a:p>
            <a:fld id="{AAEAE4A8-A6E5-453E-B946-FB774B73F48C}" type="slidenum">
              <a:rPr lang="en-US" smtClean="0"/>
              <a:pPr/>
              <a:t>‹#›</a:t>
            </a:fld>
            <a:endParaRPr lang="en-US" dirty="0"/>
          </a:p>
        </p:txBody>
      </p:sp>
    </p:spTree>
    <p:extLst>
      <p:ext uri="{BB962C8B-B14F-4D97-AF65-F5344CB8AC3E}">
        <p14:creationId xmlns:p14="http://schemas.microsoft.com/office/powerpoint/2010/main" val="1327670427"/>
      </p:ext>
    </p:extLst>
  </p:cSld>
  <p:clrMap bg1="lt1" tx1="dk1" bg2="lt2" tx2="dk2" accent1="accent1" accent2="accent2" accent3="accent3" accent4="accent4" accent5="accent5" accent6="accent6" hlink="hlink" folHlink="folHlink"/>
  <p:sldLayoutIdLst>
    <p:sldLayoutId id="2147483678" r:id="rId1"/>
    <p:sldLayoutId id="2147483672" r:id="rId2"/>
    <p:sldLayoutId id="2147483695" r:id="rId3"/>
    <p:sldLayoutId id="2147483685" r:id="rId4"/>
    <p:sldLayoutId id="2147483662" r:id="rId5"/>
    <p:sldLayoutId id="2147483682" r:id="rId6"/>
    <p:sldLayoutId id="2147483696" r:id="rId7"/>
    <p:sldLayoutId id="2147483693" r:id="rId8"/>
    <p:sldLayoutId id="2147483692" r:id="rId9"/>
    <p:sldLayoutId id="2147483676" r:id="rId10"/>
    <p:sldLayoutId id="2147483665" r:id="rId11"/>
    <p:sldLayoutId id="2147483688" r:id="rId12"/>
    <p:sldLayoutId id="2147483686" r:id="rId13"/>
  </p:sldLayoutIdLst>
  <p:hf hdr="0" ftr="0" dt="0"/>
  <p:txStyles>
    <p:titleStyle>
      <a:lvl1pPr algn="l" defTabSz="914400" rtl="0" eaLnBrk="1" latinLnBrk="0" hangingPunct="1">
        <a:lnSpc>
          <a:spcPct val="80000"/>
        </a:lnSpc>
        <a:spcBef>
          <a:spcPct val="0"/>
        </a:spcBef>
        <a:buNone/>
        <a:defRPr sz="3600" b="1" kern="1200">
          <a:solidFill>
            <a:schemeClr val="tx1">
              <a:lumMod val="85000"/>
              <a:lumOff val="15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Clr>
          <a:schemeClr val="tx1">
            <a:lumMod val="65000"/>
            <a:lumOff val="35000"/>
          </a:schemeClr>
        </a:buClr>
        <a:buSzPct val="80000"/>
        <a:buFont typeface="Arial" pitchFamily="34" charset="0"/>
        <a:buChar char="•"/>
        <a:defRPr sz="2000" kern="1200">
          <a:solidFill>
            <a:schemeClr val="tx1">
              <a:lumMod val="85000"/>
              <a:lumOff val="15000"/>
            </a:schemeClr>
          </a:solidFill>
          <a:latin typeface="+mn-lt"/>
          <a:ea typeface="+mn-ea"/>
          <a:cs typeface="+mn-cs"/>
        </a:defRPr>
      </a:lvl1pPr>
      <a:lvl2pPr marL="594360" indent="-228600" algn="l" defTabSz="914400" rtl="0" eaLnBrk="1" latinLnBrk="0" hangingPunct="1">
        <a:lnSpc>
          <a:spcPct val="90000"/>
        </a:lnSpc>
        <a:spcBef>
          <a:spcPts val="1000"/>
        </a:spcBef>
        <a:buClr>
          <a:schemeClr val="tx1">
            <a:lumMod val="65000"/>
            <a:lumOff val="35000"/>
          </a:schemeClr>
        </a:buClr>
        <a:buSzPct val="80000"/>
        <a:buFont typeface="Arial" pitchFamily="34" charset="0"/>
        <a:buChar char="•"/>
        <a:defRPr sz="1800" kern="1200">
          <a:solidFill>
            <a:schemeClr val="tx1">
              <a:lumMod val="85000"/>
              <a:lumOff val="15000"/>
            </a:schemeClr>
          </a:solidFill>
          <a:latin typeface="+mn-lt"/>
          <a:ea typeface="+mn-ea"/>
          <a:cs typeface="+mn-cs"/>
        </a:defRPr>
      </a:lvl2pPr>
      <a:lvl3pPr marL="77724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600" kern="1200">
          <a:solidFill>
            <a:schemeClr val="tx1">
              <a:lumMod val="85000"/>
              <a:lumOff val="15000"/>
            </a:schemeClr>
          </a:solidFill>
          <a:latin typeface="+mn-lt"/>
          <a:ea typeface="+mn-ea"/>
          <a:cs typeface="+mn-cs"/>
        </a:defRPr>
      </a:lvl3pPr>
      <a:lvl4pPr marL="96012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lumMod val="85000"/>
              <a:lumOff val="15000"/>
            </a:schemeClr>
          </a:solidFill>
          <a:latin typeface="+mn-lt"/>
          <a:ea typeface="+mn-ea"/>
          <a:cs typeface="+mn-cs"/>
        </a:defRPr>
      </a:lvl4pPr>
      <a:lvl5pPr marL="1097280" indent="-13716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lumMod val="85000"/>
              <a:lumOff val="15000"/>
            </a:schemeClr>
          </a:solidFill>
          <a:latin typeface="+mn-lt"/>
          <a:ea typeface="+mn-ea"/>
          <a:cs typeface="+mn-cs"/>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2">
                <a:lumMod val="110000"/>
                <a:satMod val="105000"/>
                <a:tint val="67000"/>
                <a:alpha val="0"/>
              </a:schemeClr>
            </a:gs>
            <a:gs pos="100000">
              <a:schemeClr val="bg2"/>
            </a:gs>
          </a:gsLst>
          <a:lin ang="5400000" scaled="0"/>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684212" y="1295400"/>
            <a:ext cx="10287000" cy="1981200"/>
          </a:xfrm>
        </p:spPr>
        <p:txBody>
          <a:bodyPr anchor="t">
            <a:normAutofit/>
          </a:bodyPr>
          <a:lstStyle/>
          <a:p>
            <a:pPr algn="ctr"/>
            <a:r>
              <a:rPr lang="en-US" sz="3400" dirty="0"/>
              <a:t>Rising Infant Childcare Costs in the United States</a:t>
            </a:r>
          </a:p>
        </p:txBody>
      </p:sp>
      <p:sp>
        <p:nvSpPr>
          <p:cNvPr id="2" name="Text Placeholder 1">
            <a:extLst>
              <a:ext uri="{FF2B5EF4-FFF2-40B4-BE49-F238E27FC236}">
                <a16:creationId xmlns:a16="http://schemas.microsoft.com/office/drawing/2014/main" id="{FB073309-E349-960F-4902-20F699B2D1F9}"/>
              </a:ext>
            </a:extLst>
          </p:cNvPr>
          <p:cNvSpPr>
            <a:spLocks noGrp="1" noChangeArrowheads="1"/>
          </p:cNvSpPr>
          <p:nvPr>
            <p:ph type="body" sz="quarter" idx="10"/>
          </p:nvPr>
        </p:nvSpPr>
        <p:spPr bwMode="auto">
          <a:xfrm>
            <a:off x="684212" y="2931096"/>
            <a:ext cx="102870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en-US" altLang="en-US" b="1" i="1" u="none" strike="noStrike" cap="none" normalizeH="0" baseline="0" dirty="0">
                <a:ln>
                  <a:noFill/>
                </a:ln>
                <a:solidFill>
                  <a:schemeClr val="tx1"/>
                </a:solidFill>
                <a:effectLst/>
                <a:latin typeface="Arial" panose="020B0604020202020204" pitchFamily="34" charset="0"/>
              </a:rPr>
              <a:t>An Exploratory View Using the National Database of Childcare Prices</a:t>
            </a: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Maxim Bilenkin </a:t>
            </a:r>
          </a:p>
          <a:p>
            <a:pPr marL="0" marR="0" lvl="0" indent="0" algn="ctr"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DSC 640 Data Presentation &amp; Visualization </a:t>
            </a:r>
          </a:p>
          <a:p>
            <a:pPr marL="0" marR="0" lvl="0" indent="0" algn="ctr"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Winter 2025-2026</a:t>
            </a:r>
          </a:p>
        </p:txBody>
      </p:sp>
    </p:spTree>
    <p:extLst>
      <p:ext uri="{BB962C8B-B14F-4D97-AF65-F5344CB8AC3E}">
        <p14:creationId xmlns:p14="http://schemas.microsoft.com/office/powerpoint/2010/main" val="36581281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D5070-C7CF-F7AB-9415-E6E473ABADDC}"/>
              </a:ext>
            </a:extLst>
          </p:cNvPr>
          <p:cNvSpPr>
            <a:spLocks noGrp="1"/>
          </p:cNvSpPr>
          <p:nvPr>
            <p:ph type="title"/>
          </p:nvPr>
        </p:nvSpPr>
        <p:spPr>
          <a:xfrm>
            <a:off x="684212" y="1295400"/>
            <a:ext cx="10287000" cy="685800"/>
          </a:xfrm>
        </p:spPr>
        <p:txBody>
          <a:bodyPr anchor="t">
            <a:normAutofit/>
          </a:bodyPr>
          <a:lstStyle/>
          <a:p>
            <a:pPr algn="ctr"/>
            <a:r>
              <a:rPr lang="en-US" sz="3400" dirty="0"/>
              <a:t>Why This Matters</a:t>
            </a:r>
          </a:p>
        </p:txBody>
      </p:sp>
      <p:sp>
        <p:nvSpPr>
          <p:cNvPr id="6" name="Rectangle 3">
            <a:extLst>
              <a:ext uri="{FF2B5EF4-FFF2-40B4-BE49-F238E27FC236}">
                <a16:creationId xmlns:a16="http://schemas.microsoft.com/office/drawing/2014/main" id="{EF580D29-6A6E-B36D-41E2-02B7BEEC38EA}"/>
              </a:ext>
            </a:extLst>
          </p:cNvPr>
          <p:cNvSpPr>
            <a:spLocks noGrp="1" noChangeArrowheads="1"/>
          </p:cNvSpPr>
          <p:nvPr>
            <p:ph type="body" sz="quarter" idx="10"/>
          </p:nvPr>
        </p:nvSpPr>
        <p:spPr bwMode="auto">
          <a:xfrm>
            <a:off x="684212" y="2133600"/>
            <a:ext cx="9478107"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Arial" panose="020B0604020202020204" pitchFamily="34" charset="0"/>
              </a:rPr>
              <a:t> Infant childcare is a major expense for families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Arial" panose="020B0604020202020204" pitchFamily="34" charset="0"/>
              </a:rPr>
              <a:t> Costs have increased over time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Arial" panose="020B0604020202020204" pitchFamily="34" charset="0"/>
              </a:rPr>
              <a:t> Rising costs can affect family decisions and workforce participation</a:t>
            </a:r>
          </a:p>
        </p:txBody>
      </p:sp>
    </p:spTree>
    <p:extLst>
      <p:ext uri="{BB962C8B-B14F-4D97-AF65-F5344CB8AC3E}">
        <p14:creationId xmlns:p14="http://schemas.microsoft.com/office/powerpoint/2010/main" val="1739015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E141A-BCD4-DEA0-1551-3B2C88FD7421}"/>
              </a:ext>
            </a:extLst>
          </p:cNvPr>
          <p:cNvSpPr>
            <a:spLocks noGrp="1"/>
          </p:cNvSpPr>
          <p:nvPr>
            <p:ph type="title"/>
          </p:nvPr>
        </p:nvSpPr>
        <p:spPr>
          <a:xfrm>
            <a:off x="684212" y="381000"/>
            <a:ext cx="10287000" cy="685800"/>
          </a:xfrm>
        </p:spPr>
        <p:txBody>
          <a:bodyPr anchor="ctr">
            <a:normAutofit/>
          </a:bodyPr>
          <a:lstStyle/>
          <a:p>
            <a:pPr algn="ctr"/>
            <a:r>
              <a:rPr lang="en-US" sz="3400" dirty="0"/>
              <a:t>Childcare Costs Over Time</a:t>
            </a:r>
          </a:p>
        </p:txBody>
      </p:sp>
      <p:sp>
        <p:nvSpPr>
          <p:cNvPr id="4" name="Text Placeholder 3">
            <a:extLst>
              <a:ext uri="{FF2B5EF4-FFF2-40B4-BE49-F238E27FC236}">
                <a16:creationId xmlns:a16="http://schemas.microsoft.com/office/drawing/2014/main" id="{0FFB4A7B-C455-EFC4-3482-676AECF59529}"/>
              </a:ext>
            </a:extLst>
          </p:cNvPr>
          <p:cNvSpPr>
            <a:spLocks noGrp="1" noChangeArrowheads="1"/>
          </p:cNvSpPr>
          <p:nvPr>
            <p:ph type="body" sz="quarter" idx="10"/>
          </p:nvPr>
        </p:nvSpPr>
        <p:spPr bwMode="auto">
          <a:xfrm>
            <a:off x="1522412" y="1176635"/>
            <a:ext cx="83058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 Median infant childcare costs increased steadily from 2008 to 2018</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 Overall costs rose by more than 25 percent during this period</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 While there were small year-to-year drops, the long-term trend is upward</a:t>
            </a:r>
          </a:p>
        </p:txBody>
      </p:sp>
      <p:pic>
        <p:nvPicPr>
          <p:cNvPr id="4101" name="Picture 5">
            <a:extLst>
              <a:ext uri="{FF2B5EF4-FFF2-40B4-BE49-F238E27FC236}">
                <a16:creationId xmlns:a16="http://schemas.microsoft.com/office/drawing/2014/main" id="{260ABAF8-21FA-F90F-048E-B2233B97DA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2412" y="2209800"/>
            <a:ext cx="8315325" cy="4457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68227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61C0D-C256-23E4-6F2A-2A68161A3744}"/>
              </a:ext>
            </a:extLst>
          </p:cNvPr>
          <p:cNvSpPr>
            <a:spLocks noGrp="1"/>
          </p:cNvSpPr>
          <p:nvPr>
            <p:ph type="title"/>
          </p:nvPr>
        </p:nvSpPr>
        <p:spPr>
          <a:xfrm>
            <a:off x="684212" y="1295400"/>
            <a:ext cx="10287000" cy="457200"/>
          </a:xfrm>
        </p:spPr>
        <p:txBody>
          <a:bodyPr anchor="ctr">
            <a:noAutofit/>
          </a:bodyPr>
          <a:lstStyle/>
          <a:p>
            <a:pPr algn="ctr"/>
            <a:r>
              <a:rPr lang="en-US" sz="3400" dirty="0"/>
              <a:t>Key Observations</a:t>
            </a:r>
          </a:p>
        </p:txBody>
      </p:sp>
      <p:sp>
        <p:nvSpPr>
          <p:cNvPr id="4" name="Rectangle 1">
            <a:extLst>
              <a:ext uri="{FF2B5EF4-FFF2-40B4-BE49-F238E27FC236}">
                <a16:creationId xmlns:a16="http://schemas.microsoft.com/office/drawing/2014/main" id="{22501B2D-235A-5FD6-5EF1-FE1007B4ABC8}"/>
              </a:ext>
            </a:extLst>
          </p:cNvPr>
          <p:cNvSpPr>
            <a:spLocks noGrp="1" noChangeArrowheads="1"/>
          </p:cNvSpPr>
          <p:nvPr>
            <p:ph type="body" sz="quarter" idx="10"/>
          </p:nvPr>
        </p:nvSpPr>
        <p:spPr bwMode="auto">
          <a:xfrm>
            <a:off x="684212" y="2133600"/>
            <a:ext cx="10820399"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a:ln>
                  <a:noFill/>
                </a:ln>
                <a:solidFill>
                  <a:schemeClr val="tx1"/>
                </a:solidFill>
                <a:effectLst/>
                <a:latin typeface="Arial" panose="020B0604020202020204" pitchFamily="34" charset="0"/>
              </a:rPr>
              <a:t>Overall upward trend across the decade</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Some years show small decreases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The long-term pattern is increasing costs</a:t>
            </a:r>
          </a:p>
        </p:txBody>
      </p:sp>
    </p:spTree>
    <p:extLst>
      <p:ext uri="{BB962C8B-B14F-4D97-AF65-F5344CB8AC3E}">
        <p14:creationId xmlns:p14="http://schemas.microsoft.com/office/powerpoint/2010/main" val="17056109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912EB-ED2A-C88E-0D0F-E2E6FD7ABEC0}"/>
              </a:ext>
            </a:extLst>
          </p:cNvPr>
          <p:cNvSpPr>
            <a:spLocks noGrp="1"/>
          </p:cNvSpPr>
          <p:nvPr>
            <p:ph type="title"/>
          </p:nvPr>
        </p:nvSpPr>
        <p:spPr>
          <a:xfrm>
            <a:off x="684212" y="1295400"/>
            <a:ext cx="10287000" cy="533400"/>
          </a:xfrm>
        </p:spPr>
        <p:txBody>
          <a:bodyPr anchor="ctr">
            <a:normAutofit fontScale="90000"/>
          </a:bodyPr>
          <a:lstStyle/>
          <a:p>
            <a:pPr algn="ctr"/>
            <a:r>
              <a:rPr lang="en-US" sz="3400" dirty="0"/>
              <a:t>Implications for Families</a:t>
            </a:r>
          </a:p>
        </p:txBody>
      </p:sp>
      <p:sp>
        <p:nvSpPr>
          <p:cNvPr id="4" name="Rectangle 1">
            <a:extLst>
              <a:ext uri="{FF2B5EF4-FFF2-40B4-BE49-F238E27FC236}">
                <a16:creationId xmlns:a16="http://schemas.microsoft.com/office/drawing/2014/main" id="{A6E4C0B6-F3B5-77D8-6853-D1332CB06E1B}"/>
              </a:ext>
            </a:extLst>
          </p:cNvPr>
          <p:cNvSpPr>
            <a:spLocks noGrp="1" noChangeArrowheads="1"/>
          </p:cNvSpPr>
          <p:nvPr>
            <p:ph type="body" sz="quarter" idx="10"/>
          </p:nvPr>
        </p:nvSpPr>
        <p:spPr bwMode="auto">
          <a:xfrm>
            <a:off x="684212" y="2209800"/>
            <a:ext cx="10363199"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Increased financial pressure on parents</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Potential impact on birth rates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Greater burden on lower- and middle-income households</a:t>
            </a:r>
          </a:p>
        </p:txBody>
      </p:sp>
    </p:spTree>
    <p:extLst>
      <p:ext uri="{BB962C8B-B14F-4D97-AF65-F5344CB8AC3E}">
        <p14:creationId xmlns:p14="http://schemas.microsoft.com/office/powerpoint/2010/main" val="4934080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93812" y="609600"/>
            <a:ext cx="9753600" cy="914400"/>
          </a:xfrm>
        </p:spPr>
        <p:txBody>
          <a:bodyPr anchor="ctr">
            <a:normAutofit/>
          </a:bodyPr>
          <a:lstStyle/>
          <a:p>
            <a:pPr algn="ctr"/>
            <a:r>
              <a:rPr lang="en-US" sz="3400" dirty="0"/>
              <a:t>Policy Considerations</a:t>
            </a:r>
          </a:p>
        </p:txBody>
      </p:sp>
      <p:sp>
        <p:nvSpPr>
          <p:cNvPr id="5" name="Rectangle 2">
            <a:extLst>
              <a:ext uri="{FF2B5EF4-FFF2-40B4-BE49-F238E27FC236}">
                <a16:creationId xmlns:a16="http://schemas.microsoft.com/office/drawing/2014/main" id="{AF1A525A-1361-E477-DD53-4CDF3812050E}"/>
              </a:ext>
            </a:extLst>
          </p:cNvPr>
          <p:cNvSpPr>
            <a:spLocks noGrp="1" noChangeArrowheads="1"/>
          </p:cNvSpPr>
          <p:nvPr>
            <p:ph idx="1"/>
          </p:nvPr>
        </p:nvSpPr>
        <p:spPr bwMode="auto">
          <a:xfrm>
            <a:off x="1370012" y="1600200"/>
            <a:ext cx="8669337"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Expand childcare support programs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Increase childcare supply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Improve affordability and access</a:t>
            </a:r>
          </a:p>
        </p:txBody>
      </p:sp>
    </p:spTree>
    <p:extLst>
      <p:ext uri="{BB962C8B-B14F-4D97-AF65-F5344CB8AC3E}">
        <p14:creationId xmlns:p14="http://schemas.microsoft.com/office/powerpoint/2010/main" val="16373106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56B7E-1633-44AB-8584-82DF5B726834}"/>
              </a:ext>
            </a:extLst>
          </p:cNvPr>
          <p:cNvSpPr>
            <a:spLocks noGrp="1"/>
          </p:cNvSpPr>
          <p:nvPr>
            <p:ph type="title"/>
          </p:nvPr>
        </p:nvSpPr>
        <p:spPr>
          <a:xfrm>
            <a:off x="1293812" y="609600"/>
            <a:ext cx="10134600" cy="762000"/>
          </a:xfrm>
        </p:spPr>
        <p:txBody>
          <a:bodyPr anchor="ctr">
            <a:normAutofit/>
          </a:bodyPr>
          <a:lstStyle/>
          <a:p>
            <a:pPr algn="ctr"/>
            <a:r>
              <a:rPr lang="en-US" sz="3400" dirty="0"/>
              <a:t>Closing Message</a:t>
            </a:r>
          </a:p>
        </p:txBody>
      </p:sp>
      <p:sp>
        <p:nvSpPr>
          <p:cNvPr id="7" name="Rectangle 1">
            <a:extLst>
              <a:ext uri="{FF2B5EF4-FFF2-40B4-BE49-F238E27FC236}">
                <a16:creationId xmlns:a16="http://schemas.microsoft.com/office/drawing/2014/main" id="{3656241B-9B2D-38D6-B5EB-FFB373FA59C5}"/>
              </a:ext>
            </a:extLst>
          </p:cNvPr>
          <p:cNvSpPr>
            <a:spLocks noGrp="1" noChangeArrowheads="1"/>
          </p:cNvSpPr>
          <p:nvPr>
            <p:ph idx="13"/>
          </p:nvPr>
        </p:nvSpPr>
        <p:spPr bwMode="auto">
          <a:xfrm>
            <a:off x="1370012" y="1600200"/>
            <a:ext cx="9448799"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Childcare affordability is a growing concern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Data shows sustained increases over time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Policy attention is needed</a:t>
            </a:r>
          </a:p>
        </p:txBody>
      </p:sp>
    </p:spTree>
    <p:extLst>
      <p:ext uri="{BB962C8B-B14F-4D97-AF65-F5344CB8AC3E}">
        <p14:creationId xmlns:p14="http://schemas.microsoft.com/office/powerpoint/2010/main" val="25631196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07A22-3DBB-757C-F2B6-479293DA5D61}"/>
              </a:ext>
            </a:extLst>
          </p:cNvPr>
          <p:cNvSpPr>
            <a:spLocks noGrp="1"/>
          </p:cNvSpPr>
          <p:nvPr>
            <p:ph type="title"/>
          </p:nvPr>
        </p:nvSpPr>
        <p:spPr>
          <a:xfrm>
            <a:off x="684212" y="609600"/>
            <a:ext cx="10287000" cy="838200"/>
          </a:xfrm>
        </p:spPr>
        <p:txBody>
          <a:bodyPr>
            <a:normAutofit fontScale="90000"/>
          </a:bodyPr>
          <a:lstStyle/>
          <a:p>
            <a:pPr algn="ctr"/>
            <a:r>
              <a:rPr lang="en-US" sz="3800" dirty="0"/>
              <a:t>Dashboard – Infant Childcare Costs by State</a:t>
            </a:r>
          </a:p>
        </p:txBody>
      </p:sp>
      <p:sp>
        <p:nvSpPr>
          <p:cNvPr id="3" name="Text Placeholder 2">
            <a:extLst>
              <a:ext uri="{FF2B5EF4-FFF2-40B4-BE49-F238E27FC236}">
                <a16:creationId xmlns:a16="http://schemas.microsoft.com/office/drawing/2014/main" id="{7C884A2C-4744-AFE3-A7A7-E724FA3BA2D4}"/>
              </a:ext>
            </a:extLst>
          </p:cNvPr>
          <p:cNvSpPr>
            <a:spLocks noGrp="1"/>
          </p:cNvSpPr>
          <p:nvPr>
            <p:ph type="body" sz="quarter" idx="10"/>
          </p:nvPr>
        </p:nvSpPr>
        <p:spPr>
          <a:xfrm>
            <a:off x="1217612" y="1600200"/>
            <a:ext cx="9220200" cy="4533900"/>
          </a:xfrm>
        </p:spPr>
        <p:txBody>
          <a:bodyPr/>
          <a:lstStyle/>
          <a:p>
            <a:endParaRPr lang="en-US" dirty="0"/>
          </a:p>
        </p:txBody>
      </p:sp>
      <p:pic>
        <p:nvPicPr>
          <p:cNvPr id="5" name="Picture 4">
            <a:extLst>
              <a:ext uri="{FF2B5EF4-FFF2-40B4-BE49-F238E27FC236}">
                <a16:creationId xmlns:a16="http://schemas.microsoft.com/office/drawing/2014/main" id="{AE8492DB-F2AA-F467-7184-CFBFC52B65AE}"/>
              </a:ext>
            </a:extLst>
          </p:cNvPr>
          <p:cNvPicPr>
            <a:picLocks noChangeAspect="1"/>
          </p:cNvPicPr>
          <p:nvPr/>
        </p:nvPicPr>
        <p:blipFill>
          <a:blip r:embed="rId2"/>
          <a:stretch>
            <a:fillRect/>
          </a:stretch>
        </p:blipFill>
        <p:spPr>
          <a:xfrm>
            <a:off x="1141412" y="1524000"/>
            <a:ext cx="9372600" cy="4648200"/>
          </a:xfrm>
          <a:prstGeom prst="rect">
            <a:avLst/>
          </a:prstGeom>
        </p:spPr>
      </p:pic>
    </p:spTree>
    <p:extLst>
      <p:ext uri="{BB962C8B-B14F-4D97-AF65-F5344CB8AC3E}">
        <p14:creationId xmlns:p14="http://schemas.microsoft.com/office/powerpoint/2010/main" val="27859599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45DFAB1-012D-4531-FB29-1093E59BCA31}"/>
              </a:ext>
            </a:extLst>
          </p:cNvPr>
          <p:cNvSpPr>
            <a:spLocks noGrp="1"/>
          </p:cNvSpPr>
          <p:nvPr>
            <p:ph type="title"/>
          </p:nvPr>
        </p:nvSpPr>
        <p:spPr>
          <a:xfrm>
            <a:off x="760412" y="457200"/>
            <a:ext cx="10287000" cy="685800"/>
          </a:xfrm>
        </p:spPr>
        <p:txBody>
          <a:bodyPr>
            <a:normAutofit/>
          </a:bodyPr>
          <a:lstStyle/>
          <a:p>
            <a:pPr algn="ctr"/>
            <a:r>
              <a:rPr lang="en-US" sz="3400" dirty="0"/>
              <a:t>Dashboard – Geographic Distribution of Costs</a:t>
            </a:r>
          </a:p>
        </p:txBody>
      </p:sp>
      <p:sp>
        <p:nvSpPr>
          <p:cNvPr id="5" name="Text Placeholder 4">
            <a:extLst>
              <a:ext uri="{FF2B5EF4-FFF2-40B4-BE49-F238E27FC236}">
                <a16:creationId xmlns:a16="http://schemas.microsoft.com/office/drawing/2014/main" id="{695D091A-F8A7-DAA5-FDCE-721BE5C031CF}"/>
              </a:ext>
            </a:extLst>
          </p:cNvPr>
          <p:cNvSpPr>
            <a:spLocks noGrp="1"/>
          </p:cNvSpPr>
          <p:nvPr>
            <p:ph type="body" sz="quarter" idx="10"/>
          </p:nvPr>
        </p:nvSpPr>
        <p:spPr>
          <a:xfrm>
            <a:off x="1217612" y="1295400"/>
            <a:ext cx="9448800" cy="4838700"/>
          </a:xfrm>
        </p:spPr>
        <p:txBody>
          <a:bodyPr/>
          <a:lstStyle/>
          <a:p>
            <a:endParaRPr lang="en-US" dirty="0"/>
          </a:p>
        </p:txBody>
      </p:sp>
      <p:pic>
        <p:nvPicPr>
          <p:cNvPr id="7" name="Picture 6">
            <a:extLst>
              <a:ext uri="{FF2B5EF4-FFF2-40B4-BE49-F238E27FC236}">
                <a16:creationId xmlns:a16="http://schemas.microsoft.com/office/drawing/2014/main" id="{80685D7A-3B68-C89E-8B72-B6F58C69AA2B}"/>
              </a:ext>
            </a:extLst>
          </p:cNvPr>
          <p:cNvPicPr>
            <a:picLocks noChangeAspect="1"/>
          </p:cNvPicPr>
          <p:nvPr/>
        </p:nvPicPr>
        <p:blipFill>
          <a:blip r:embed="rId2"/>
          <a:stretch>
            <a:fillRect/>
          </a:stretch>
        </p:blipFill>
        <p:spPr>
          <a:xfrm>
            <a:off x="1141412" y="1219200"/>
            <a:ext cx="9601200" cy="5410200"/>
          </a:xfrm>
          <a:prstGeom prst="rect">
            <a:avLst/>
          </a:prstGeom>
        </p:spPr>
      </p:pic>
    </p:spTree>
    <p:extLst>
      <p:ext uri="{BB962C8B-B14F-4D97-AF65-F5344CB8AC3E}">
        <p14:creationId xmlns:p14="http://schemas.microsoft.com/office/powerpoint/2010/main" val="32868408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2576F-95BF-24C9-96CF-4DE11BEA9DF7}"/>
              </a:ext>
            </a:extLst>
          </p:cNvPr>
          <p:cNvSpPr>
            <a:spLocks noGrp="1"/>
          </p:cNvSpPr>
          <p:nvPr>
            <p:ph type="title"/>
          </p:nvPr>
        </p:nvSpPr>
        <p:spPr>
          <a:xfrm>
            <a:off x="608012" y="609600"/>
            <a:ext cx="10287000" cy="685800"/>
          </a:xfrm>
        </p:spPr>
        <p:txBody>
          <a:bodyPr>
            <a:normAutofit/>
          </a:bodyPr>
          <a:lstStyle/>
          <a:p>
            <a:pPr algn="ctr"/>
            <a:r>
              <a:rPr lang="en-US" sz="3400" dirty="0"/>
              <a:t>Design Narrative</a:t>
            </a:r>
          </a:p>
        </p:txBody>
      </p:sp>
      <p:sp>
        <p:nvSpPr>
          <p:cNvPr id="5" name="Text Placeholder 4">
            <a:extLst>
              <a:ext uri="{FF2B5EF4-FFF2-40B4-BE49-F238E27FC236}">
                <a16:creationId xmlns:a16="http://schemas.microsoft.com/office/drawing/2014/main" id="{04454E4E-3137-4EEE-7BFE-02BC85838E53}"/>
              </a:ext>
            </a:extLst>
          </p:cNvPr>
          <p:cNvSpPr>
            <a:spLocks noGrp="1"/>
          </p:cNvSpPr>
          <p:nvPr>
            <p:ph type="body" sz="quarter" idx="10"/>
          </p:nvPr>
        </p:nvSpPr>
        <p:spPr>
          <a:xfrm>
            <a:off x="684212" y="1524000"/>
            <a:ext cx="10287000" cy="4610100"/>
          </a:xfrm>
        </p:spPr>
        <p:txBody>
          <a:bodyPr>
            <a:normAutofit fontScale="62500" lnSpcReduction="20000"/>
          </a:bodyPr>
          <a:lstStyle/>
          <a:p>
            <a:r>
              <a:rPr lang="en-US" sz="2600" dirty="0"/>
              <a:t>For this project, specific charts and dashboard visuals were chosen to clearly communicate the story of rising infant childcare costs. A line chart was selected to display childcare costs over time from 2008 to 2018. This chart shows a single line changing over time, which makes it easy for non-technical audiences to understand how prices have increased. Line charts are also commonly used in presentations, so for an audience such as policymakers and childcare lawmakers, this format is familiar and easy to interpret.</a:t>
            </a:r>
          </a:p>
          <a:p>
            <a:r>
              <a:rPr lang="en-US" sz="2600" dirty="0"/>
              <a:t>A geographic dashboard was used to display a map of the United States with circles that vary in size by childcare cost. Larger circles represent higher childcare costs, making it easy to see where families face greater financial pressure. This visualization allows policymakers and government agencies to quickly identify states where rising childcare costs may require more urgent policy attention or support programs.</a:t>
            </a:r>
          </a:p>
          <a:p>
            <a:r>
              <a:rPr lang="en-US" sz="2600" dirty="0"/>
              <a:t>A clustered bar chart was also included in the dashboard to show the top ten states with the highest infant childcare costs. While the geographic map provides a broad regional view, it can be difficult to determine exact rankings. The bar chart clearly displays states in order from highest to lowest cost, making comparisons more direct. For example, it becomes clear which states have the highest costs and which fall at the lower end of the top ten.</a:t>
            </a:r>
          </a:p>
          <a:p>
            <a:r>
              <a:rPr lang="en-US" sz="2600" dirty="0"/>
              <a:t>Simple color choices were used throughout the visuals to avoid distraction. Blue bars and lines on a white background were selected for readability and clarity. For the map, a green background with blue circles was used to keep the design clean and easy to follow. Overall, this design fits the policymaker audience because it allows viewers to quickly understand both long-term trends and regional differences without needing technical expertise. The combination of charts works together, with each visual highlighting information that the others cannot show on their own.</a:t>
            </a:r>
          </a:p>
          <a:p>
            <a:endParaRPr lang="en-US" sz="1900" dirty="0"/>
          </a:p>
        </p:txBody>
      </p:sp>
    </p:spTree>
    <p:extLst>
      <p:ext uri="{BB962C8B-B14F-4D97-AF65-F5344CB8AC3E}">
        <p14:creationId xmlns:p14="http://schemas.microsoft.com/office/powerpoint/2010/main" val="2591625215"/>
      </p:ext>
    </p:extLst>
  </p:cSld>
  <p:clrMapOvr>
    <a:masterClrMapping/>
  </p:clrMapOvr>
</p:sld>
</file>

<file path=ppt/theme/theme1.xml><?xml version="1.0" encoding="utf-8"?>
<a:theme xmlns:a="http://schemas.openxmlformats.org/drawingml/2006/main" name="Custom">
  <a:themeElements>
    <a:clrScheme name="Custom 174">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E1EAED"/>
      </a:accent6>
      <a:hlink>
        <a:srgbClr val="9454C3"/>
      </a:hlink>
      <a:folHlink>
        <a:srgbClr val="3EBBF0"/>
      </a:folHlink>
    </a:clrScheme>
    <a:fontScheme name="Custom 30">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1">
          <a:schemeClr val="accent2"/>
        </a:lnRef>
        <a:fillRef idx="2">
          <a:schemeClr val="accent2"/>
        </a:fillRef>
        <a:effectRef idx="1">
          <a:schemeClr val="accent2"/>
        </a:effectRef>
        <a:fontRef idx="minor">
          <a:schemeClr val="dk1"/>
        </a:fontRef>
      </a:style>
    </a:spDef>
    <a:lnDef>
      <a:spPr/>
      <a:bodyPr/>
      <a:lstStyle/>
      <a:style>
        <a:lnRef idx="1">
          <a:schemeClr val="accent1"/>
        </a:lnRef>
        <a:fillRef idx="0">
          <a:schemeClr val="accent1"/>
        </a:fillRef>
        <a:effectRef idx="0">
          <a:schemeClr val="accent1"/>
        </a:effectRef>
        <a:fontRef idx="minor">
          <a:schemeClr val="tx1"/>
        </a:fontRef>
      </a:style>
    </a:lnDef>
    <a:txDef>
      <a:spPr>
        <a:noFill/>
        <a:ln>
          <a:solidFill>
            <a:schemeClr val="bg2"/>
          </a:solidFill>
        </a:ln>
      </a:spPr>
      <a:bodyPr wrap="square" rtlCol="0" anchor="ctr" anchorCtr="1">
        <a:spAutoFit/>
      </a:bodyPr>
      <a:lstStyle>
        <a:defPPr>
          <a:defRPr dirty="0" smtClean="0"/>
        </a:defPPr>
      </a:lstStyle>
    </a:txDef>
  </a:objectDefaults>
  <a:extraClrSchemeLst/>
  <a:extLst>
    <a:ext uri="{05A4C25C-085E-4340-85A3-A5531E510DB2}">
      <thm15:themeFamily xmlns:thm15="http://schemas.microsoft.com/office/thememl/2012/main" name="TM03460663_win32_LW_V6" id="{E98E9C9B-9291-4B47-BC4D-DAE7B5F9EC1B}" vid="{225AF68F-18F0-421B-8B78-1F33E1A33B6C}"/>
    </a:ext>
  </a:extLst>
</a:theme>
</file>

<file path=ppt/theme/theme2.xml><?xml version="1.0" encoding="utf-8"?>
<a:theme xmlns:a="http://schemas.openxmlformats.org/drawingml/2006/main" name="Office Theme">
  <a:themeElements>
    <a:clrScheme name="Blue Red">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entury Gothic-Palatino Linotyp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panose="0204050205050503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Blue Red">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entury Gothic-Palatino Linotyp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panose="0204050205050503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20C06458-EC9A-428C-9123-A760B9587A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C37B52A-9EC8-4B7A-85C4-31F7EAFE403D}">
  <ds:schemaRefs>
    <ds:schemaRef ds:uri="http://schemas.microsoft.com/sharepoint/v3/contenttype/forms"/>
  </ds:schemaRefs>
</ds:datastoreItem>
</file>

<file path=customXml/itemProps3.xml><?xml version="1.0" encoding="utf-8"?>
<ds:datastoreItem xmlns:ds="http://schemas.openxmlformats.org/officeDocument/2006/customXml" ds:itemID="{AF050606-E255-48B6-AE23-CE03A589EB22}">
  <ds:schemaRefs>
    <ds:schemaRef ds:uri="http://schemas.microsoft.com/office/infopath/2007/PartnerControls"/>
    <ds:schemaRef ds:uri="http://schemas.microsoft.com/office/2006/metadata/properties"/>
    <ds:schemaRef ds:uri="http://purl.org/dc/dcmitype/"/>
    <ds:schemaRef ds:uri="http://schemas.microsoft.com/office/2006/documentManagement/types"/>
    <ds:schemaRef ds:uri="http://purl.org/dc/elements/1.1/"/>
    <ds:schemaRef ds:uri="http://schemas.openxmlformats.org/package/2006/metadata/core-properties"/>
    <ds:schemaRef ds:uri="230e9df3-be65-4c73-a93b-d1236ebd677e"/>
    <ds:schemaRef ds:uri="16c05727-aa75-4e4a-9b5f-8a80a1165891"/>
    <ds:schemaRef ds:uri="http://schemas.microsoft.com/sharepoint/v3"/>
    <ds:schemaRef ds:uri="71af3243-3dd4-4a8d-8c0d-dd76da1f02a5"/>
    <ds:schemaRef ds:uri="http://www.w3.org/XML/1998/namespace"/>
    <ds:schemaRef ds:uri="http://purl.org/dc/te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1530</TotalTime>
  <Words>534</Words>
  <Application>Microsoft Office PowerPoint</Application>
  <PresentationFormat>Custom</PresentationFormat>
  <Paragraphs>48</Paragraphs>
  <Slides>10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Century Gothic</vt:lpstr>
      <vt:lpstr>Palatino Linotype</vt:lpstr>
      <vt:lpstr>Custom</vt:lpstr>
      <vt:lpstr>Rising Infant Childcare Costs in the United States</vt:lpstr>
      <vt:lpstr>Why This Matters</vt:lpstr>
      <vt:lpstr>Childcare Costs Over Time</vt:lpstr>
      <vt:lpstr>Key Observations</vt:lpstr>
      <vt:lpstr>Implications for Families</vt:lpstr>
      <vt:lpstr>Policy Considerations</vt:lpstr>
      <vt:lpstr>Closing Message</vt:lpstr>
      <vt:lpstr>Dashboard – Infant Childcare Costs by State</vt:lpstr>
      <vt:lpstr>Dashboard – Geographic Distribution of Costs</vt:lpstr>
      <vt:lpstr>Design Narrative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Maxim Bilenkin</cp:lastModifiedBy>
  <cp:revision>15</cp:revision>
  <dcterms:created xsi:type="dcterms:W3CDTF">2025-12-22T03:50:13Z</dcterms:created>
  <dcterms:modified xsi:type="dcterms:W3CDTF">2026-01-08T04:32:49Z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Order">
    <vt:r8>74069400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y fmtid="{D5CDD505-2E9C-101B-9397-08002B2CF9AE}" pid="12" name="MediaServiceImageTags">
    <vt:lpwstr/>
  </property>
</Properties>
</file>